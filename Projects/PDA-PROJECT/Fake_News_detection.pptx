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9" r:id="rId3"/>
    <p:sldId id="270" r:id="rId4"/>
    <p:sldId id="267" r:id="rId5"/>
    <p:sldId id="272" r:id="rId6"/>
    <p:sldId id="269" r:id="rId7"/>
    <p:sldId id="274" r:id="rId8"/>
    <p:sldId id="275" r:id="rId9"/>
    <p:sldId id="266" r:id="rId10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12"/>
    </p:embeddedFont>
    <p:embeddedFont>
      <p:font typeface="Consolas" panose="020B0609020204030204" pitchFamily="49" charset="0"/>
      <p:regular r:id="rId13"/>
      <p:bold r:id="rId14"/>
      <p:italic r:id="rId15"/>
      <p:boldItalic r:id="rId16"/>
    </p:embeddedFont>
    <p:embeddedFont>
      <p:font typeface="Fira Sans Extra Condensed" panose="020B0503050000020004" pitchFamily="34" charset="0"/>
      <p:regular r:id="rId17"/>
      <p:bold r:id="rId18"/>
      <p:italic r:id="rId19"/>
      <p:boldItalic r:id="rId20"/>
    </p:embeddedFont>
    <p:embeddedFont>
      <p:font typeface="Roboto" panose="02000000000000000000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ia8vdZfHHE3iM1+gaE5d0IRzFh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376FD1-E9C7-4D65-A2FB-A7F82FBFF7FF}" v="33" dt="2023-04-19T19:33:37.7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9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37" Type="http://schemas.openxmlformats.org/officeDocument/2006/relationships/theme" Target="theme/theme1.xml"/><Relationship Id="rId40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35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ndana Rajan" userId="1067d0f9ec39e209" providerId="LiveId" clId="{1E9225A5-7597-4EB8-A151-7B87B9075E52}"/>
    <pc:docChg chg="delSld modSld">
      <pc:chgData name="Nandana Rajan" userId="1067d0f9ec39e209" providerId="LiveId" clId="{1E9225A5-7597-4EB8-A151-7B87B9075E52}" dt="2023-04-20T03:52:37.130" v="142" actId="20577"/>
      <pc:docMkLst>
        <pc:docMk/>
      </pc:docMkLst>
      <pc:sldChg chg="del">
        <pc:chgData name="Nandana Rajan" userId="1067d0f9ec39e209" providerId="LiveId" clId="{1E9225A5-7597-4EB8-A151-7B87B9075E52}" dt="2023-04-20T03:43:59.882" v="0" actId="47"/>
        <pc:sldMkLst>
          <pc:docMk/>
          <pc:sldMk cId="0" sldId="257"/>
        </pc:sldMkLst>
      </pc:sldChg>
      <pc:sldChg chg="del">
        <pc:chgData name="Nandana Rajan" userId="1067d0f9ec39e209" providerId="LiveId" clId="{1E9225A5-7597-4EB8-A151-7B87B9075E52}" dt="2023-04-20T03:44:03.286" v="1" actId="47"/>
        <pc:sldMkLst>
          <pc:docMk/>
          <pc:sldMk cId="0" sldId="258"/>
        </pc:sldMkLst>
      </pc:sldChg>
      <pc:sldChg chg="del">
        <pc:chgData name="Nandana Rajan" userId="1067d0f9ec39e209" providerId="LiveId" clId="{1E9225A5-7597-4EB8-A151-7B87B9075E52}" dt="2023-04-20T03:44:14.010" v="3" actId="47"/>
        <pc:sldMkLst>
          <pc:docMk/>
          <pc:sldMk cId="0" sldId="260"/>
        </pc:sldMkLst>
      </pc:sldChg>
      <pc:sldChg chg="del">
        <pc:chgData name="Nandana Rajan" userId="1067d0f9ec39e209" providerId="LiveId" clId="{1E9225A5-7597-4EB8-A151-7B87B9075E52}" dt="2023-04-20T03:44:15.181" v="4" actId="47"/>
        <pc:sldMkLst>
          <pc:docMk/>
          <pc:sldMk cId="0" sldId="261"/>
        </pc:sldMkLst>
      </pc:sldChg>
      <pc:sldChg chg="del">
        <pc:chgData name="Nandana Rajan" userId="1067d0f9ec39e209" providerId="LiveId" clId="{1E9225A5-7597-4EB8-A151-7B87B9075E52}" dt="2023-04-20T03:44:16.139" v="5" actId="47"/>
        <pc:sldMkLst>
          <pc:docMk/>
          <pc:sldMk cId="0" sldId="262"/>
        </pc:sldMkLst>
      </pc:sldChg>
      <pc:sldChg chg="del">
        <pc:chgData name="Nandana Rajan" userId="1067d0f9ec39e209" providerId="LiveId" clId="{1E9225A5-7597-4EB8-A151-7B87B9075E52}" dt="2023-04-20T03:44:16.730" v="6" actId="47"/>
        <pc:sldMkLst>
          <pc:docMk/>
          <pc:sldMk cId="0" sldId="263"/>
        </pc:sldMkLst>
      </pc:sldChg>
      <pc:sldChg chg="del">
        <pc:chgData name="Nandana Rajan" userId="1067d0f9ec39e209" providerId="LiveId" clId="{1E9225A5-7597-4EB8-A151-7B87B9075E52}" dt="2023-04-20T03:44:12.262" v="2" actId="47"/>
        <pc:sldMkLst>
          <pc:docMk/>
          <pc:sldMk cId="813083748" sldId="265"/>
        </pc:sldMkLst>
      </pc:sldChg>
      <pc:sldChg chg="modSp mod">
        <pc:chgData name="Nandana Rajan" userId="1067d0f9ec39e209" providerId="LiveId" clId="{1E9225A5-7597-4EB8-A151-7B87B9075E52}" dt="2023-04-20T03:52:37.130" v="142" actId="20577"/>
        <pc:sldMkLst>
          <pc:docMk/>
          <pc:sldMk cId="4186757457" sldId="270"/>
        </pc:sldMkLst>
        <pc:spChg chg="mod">
          <ac:chgData name="Nandana Rajan" userId="1067d0f9ec39e209" providerId="LiveId" clId="{1E9225A5-7597-4EB8-A151-7B87B9075E52}" dt="2023-04-20T03:52:37.130" v="142" actId="20577"/>
          <ac:spMkLst>
            <pc:docMk/>
            <pc:sldMk cId="4186757457" sldId="270"/>
            <ac:spMk id="20" creationId="{16DBD7C1-2C56-D6BC-EC35-A83D320FB939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" name="Google Shape;5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56678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985805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6"/>
          <p:cNvSpPr txBox="1">
            <a:spLocks noGrp="1"/>
          </p:cNvSpPr>
          <p:nvPr>
            <p:ph type="ctrTitle"/>
          </p:nvPr>
        </p:nvSpPr>
        <p:spPr>
          <a:xfrm>
            <a:off x="4772100" y="1477700"/>
            <a:ext cx="3914700" cy="17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36"/>
          <p:cNvSpPr txBox="1">
            <a:spLocks noGrp="1"/>
          </p:cNvSpPr>
          <p:nvPr>
            <p:ph type="subTitle" idx="1"/>
          </p:nvPr>
        </p:nvSpPr>
        <p:spPr>
          <a:xfrm>
            <a:off x="4772100" y="3183700"/>
            <a:ext cx="3914700" cy="4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3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7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8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8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3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1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" name="Google Shape;22;p4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2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4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4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3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43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44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4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4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5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45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45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4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6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4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4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5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sz="2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35"/>
          <p:cNvSpPr txBox="1">
            <a:spLocks noGrp="1"/>
          </p:cNvSpPr>
          <p:nvPr>
            <p:ph type="body" idx="1"/>
          </p:nvPr>
        </p:nvSpPr>
        <p:spPr>
          <a:xfrm>
            <a:off x="457200" y="1160825"/>
            <a:ext cx="8229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3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>
            <a:spLocks noGrp="1"/>
          </p:cNvSpPr>
          <p:nvPr>
            <p:ph type="ctrTitle"/>
          </p:nvPr>
        </p:nvSpPr>
        <p:spPr>
          <a:xfrm>
            <a:off x="4728495" y="1477700"/>
            <a:ext cx="3958305" cy="17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</a:pPr>
            <a:r>
              <a:rPr lang="en">
                <a:solidFill>
                  <a:srgbClr val="B90400"/>
                </a:solidFill>
                <a:latin typeface="Cambria Math"/>
                <a:ea typeface="Cambria Math"/>
                <a:cs typeface="Cambria Math"/>
                <a:sym typeface="Cambria Math"/>
              </a:rPr>
              <a:t>FAKE NEWS</a:t>
            </a:r>
            <a:br>
              <a:rPr lang="en">
                <a:solidFill>
                  <a:srgbClr val="B90400"/>
                </a:solidFill>
                <a:latin typeface="Cambria Math"/>
                <a:ea typeface="Cambria Math"/>
                <a:cs typeface="Cambria Math"/>
                <a:sym typeface="Cambria Math"/>
              </a:rPr>
            </a:br>
            <a:r>
              <a:rPr lang="en">
                <a:solidFill>
                  <a:srgbClr val="B90400"/>
                </a:solidFill>
                <a:latin typeface="Cambria Math"/>
                <a:ea typeface="Cambria Math"/>
                <a:cs typeface="Cambria Math"/>
                <a:sym typeface="Cambria Math"/>
              </a:rPr>
              <a:t>DETECTION</a:t>
            </a:r>
            <a:endParaRPr>
              <a:solidFill>
                <a:srgbClr val="B90400"/>
              </a:solidFill>
              <a:latin typeface="Cambria Math"/>
              <a:ea typeface="Cambria Math"/>
              <a:cs typeface="Cambria Math"/>
              <a:sym typeface="Cambria Math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4796173" y="3810520"/>
            <a:ext cx="2936400" cy="95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i="0" u="none" strike="noStrike" cap="none">
                <a:solidFill>
                  <a:srgbClr val="595959"/>
                </a:solidFill>
              </a:rPr>
              <a:t>GROUP 10</a:t>
            </a:r>
            <a:endParaRPr sz="1400" b="1" i="0" u="none" strike="noStrike" cap="none">
              <a:solidFill>
                <a:srgbClr val="59595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595959"/>
              </a:solidFill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NANDANA RAJAN - A046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ROHIT FUKE – A010</a:t>
            </a:r>
            <a:endParaRPr sz="1400" b="0" i="0" u="none" strike="noStrike" cap="non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4" name="Google Shape;54;p1"/>
          <p:cNvGrpSpPr/>
          <p:nvPr/>
        </p:nvGrpSpPr>
        <p:grpSpPr>
          <a:xfrm>
            <a:off x="443025" y="1413171"/>
            <a:ext cx="3934262" cy="3487257"/>
            <a:chOff x="457200" y="1243171"/>
            <a:chExt cx="3934262" cy="3487257"/>
          </a:xfrm>
        </p:grpSpPr>
        <p:sp>
          <p:nvSpPr>
            <p:cNvPr id="55" name="Google Shape;55;p1"/>
            <p:cNvSpPr/>
            <p:nvPr/>
          </p:nvSpPr>
          <p:spPr>
            <a:xfrm>
              <a:off x="457200" y="2343135"/>
              <a:ext cx="3934262" cy="2387293"/>
            </a:xfrm>
            <a:custGeom>
              <a:avLst/>
              <a:gdLst/>
              <a:ahLst/>
              <a:cxnLst/>
              <a:rect l="l" t="t" r="r" b="b"/>
              <a:pathLst>
                <a:path w="37319" h="22645" extrusionOk="0">
                  <a:moveTo>
                    <a:pt x="23280" y="1"/>
                  </a:moveTo>
                  <a:cubicBezTo>
                    <a:pt x="14626" y="1"/>
                    <a:pt x="4306" y="706"/>
                    <a:pt x="2716" y="1815"/>
                  </a:cubicBezTo>
                  <a:cubicBezTo>
                    <a:pt x="1" y="3709"/>
                    <a:pt x="5841" y="15208"/>
                    <a:pt x="5770" y="15558"/>
                  </a:cubicBezTo>
                  <a:lnTo>
                    <a:pt x="5770" y="22644"/>
                  </a:lnTo>
                  <a:lnTo>
                    <a:pt x="32096" y="22644"/>
                  </a:lnTo>
                  <a:lnTo>
                    <a:pt x="32365" y="15791"/>
                  </a:lnTo>
                  <a:cubicBezTo>
                    <a:pt x="32365" y="15791"/>
                    <a:pt x="37319" y="3127"/>
                    <a:pt x="35465" y="1166"/>
                  </a:cubicBezTo>
                  <a:cubicBezTo>
                    <a:pt x="34696" y="354"/>
                    <a:pt x="29406" y="1"/>
                    <a:pt x="23280" y="1"/>
                  </a:cubicBezTo>
                  <a:close/>
                </a:path>
              </a:pathLst>
            </a:custGeom>
            <a:solidFill>
              <a:srgbClr val="D4652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1"/>
            <p:cNvSpPr/>
            <p:nvPr/>
          </p:nvSpPr>
          <p:spPr>
            <a:xfrm>
              <a:off x="3631968" y="3877012"/>
              <a:ext cx="616932" cy="853395"/>
            </a:xfrm>
            <a:custGeom>
              <a:avLst/>
              <a:gdLst/>
              <a:ahLst/>
              <a:cxnLst/>
              <a:rect l="l" t="t" r="r" b="b"/>
              <a:pathLst>
                <a:path w="5852" h="8095" extrusionOk="0">
                  <a:moveTo>
                    <a:pt x="2923" y="1"/>
                  </a:moveTo>
                  <a:cubicBezTo>
                    <a:pt x="2295" y="1"/>
                    <a:pt x="1667" y="78"/>
                    <a:pt x="1039" y="233"/>
                  </a:cubicBezTo>
                  <a:cubicBezTo>
                    <a:pt x="426" y="385"/>
                    <a:pt x="1" y="947"/>
                    <a:pt x="1" y="1580"/>
                  </a:cubicBezTo>
                  <a:lnTo>
                    <a:pt x="1" y="8094"/>
                  </a:lnTo>
                  <a:lnTo>
                    <a:pt x="5851" y="8094"/>
                  </a:lnTo>
                  <a:lnTo>
                    <a:pt x="5851" y="1580"/>
                  </a:lnTo>
                  <a:cubicBezTo>
                    <a:pt x="5851" y="1271"/>
                    <a:pt x="5750" y="977"/>
                    <a:pt x="5573" y="744"/>
                  </a:cubicBezTo>
                  <a:cubicBezTo>
                    <a:pt x="5390" y="496"/>
                    <a:pt x="5127" y="309"/>
                    <a:pt x="4808" y="233"/>
                  </a:cubicBezTo>
                  <a:cubicBezTo>
                    <a:pt x="4180" y="78"/>
                    <a:pt x="3552" y="1"/>
                    <a:pt x="29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1"/>
            <p:cNvSpPr/>
            <p:nvPr/>
          </p:nvSpPr>
          <p:spPr>
            <a:xfrm>
              <a:off x="3861576" y="4013533"/>
              <a:ext cx="161402" cy="152968"/>
            </a:xfrm>
            <a:custGeom>
              <a:avLst/>
              <a:gdLst/>
              <a:ahLst/>
              <a:cxnLst/>
              <a:rect l="l" t="t" r="r" b="b"/>
              <a:pathLst>
                <a:path w="1531" h="1451" extrusionOk="0">
                  <a:moveTo>
                    <a:pt x="752" y="345"/>
                  </a:moveTo>
                  <a:cubicBezTo>
                    <a:pt x="833" y="345"/>
                    <a:pt x="895" y="394"/>
                    <a:pt x="928" y="427"/>
                  </a:cubicBezTo>
                  <a:cubicBezTo>
                    <a:pt x="1004" y="508"/>
                    <a:pt x="1039" y="630"/>
                    <a:pt x="1024" y="716"/>
                  </a:cubicBezTo>
                  <a:cubicBezTo>
                    <a:pt x="1009" y="792"/>
                    <a:pt x="958" y="858"/>
                    <a:pt x="887" y="903"/>
                  </a:cubicBezTo>
                  <a:cubicBezTo>
                    <a:pt x="862" y="918"/>
                    <a:pt x="832" y="934"/>
                    <a:pt x="801" y="939"/>
                  </a:cubicBezTo>
                  <a:cubicBezTo>
                    <a:pt x="791" y="939"/>
                    <a:pt x="781" y="944"/>
                    <a:pt x="771" y="949"/>
                  </a:cubicBezTo>
                  <a:cubicBezTo>
                    <a:pt x="753" y="951"/>
                    <a:pt x="735" y="953"/>
                    <a:pt x="718" y="953"/>
                  </a:cubicBezTo>
                  <a:cubicBezTo>
                    <a:pt x="700" y="953"/>
                    <a:pt x="682" y="951"/>
                    <a:pt x="664" y="949"/>
                  </a:cubicBezTo>
                  <a:cubicBezTo>
                    <a:pt x="593" y="928"/>
                    <a:pt x="528" y="883"/>
                    <a:pt x="497" y="827"/>
                  </a:cubicBezTo>
                  <a:cubicBezTo>
                    <a:pt x="452" y="746"/>
                    <a:pt x="457" y="635"/>
                    <a:pt x="507" y="533"/>
                  </a:cubicBezTo>
                  <a:cubicBezTo>
                    <a:pt x="558" y="427"/>
                    <a:pt x="639" y="361"/>
                    <a:pt x="730" y="346"/>
                  </a:cubicBezTo>
                  <a:cubicBezTo>
                    <a:pt x="738" y="345"/>
                    <a:pt x="745" y="345"/>
                    <a:pt x="752" y="345"/>
                  </a:cubicBezTo>
                  <a:close/>
                  <a:moveTo>
                    <a:pt x="401" y="1"/>
                  </a:moveTo>
                  <a:cubicBezTo>
                    <a:pt x="390" y="1"/>
                    <a:pt x="380" y="5"/>
                    <a:pt x="371" y="12"/>
                  </a:cubicBezTo>
                  <a:cubicBezTo>
                    <a:pt x="355" y="27"/>
                    <a:pt x="350" y="52"/>
                    <a:pt x="366" y="72"/>
                  </a:cubicBezTo>
                  <a:cubicBezTo>
                    <a:pt x="441" y="159"/>
                    <a:pt x="538" y="229"/>
                    <a:pt x="639" y="285"/>
                  </a:cubicBezTo>
                  <a:cubicBezTo>
                    <a:pt x="558" y="321"/>
                    <a:pt x="482" y="392"/>
                    <a:pt x="431" y="493"/>
                  </a:cubicBezTo>
                  <a:cubicBezTo>
                    <a:pt x="411" y="538"/>
                    <a:pt x="396" y="589"/>
                    <a:pt x="386" y="640"/>
                  </a:cubicBezTo>
                  <a:cubicBezTo>
                    <a:pt x="303" y="570"/>
                    <a:pt x="198" y="530"/>
                    <a:pt x="92" y="530"/>
                  </a:cubicBezTo>
                  <a:cubicBezTo>
                    <a:pt x="75" y="530"/>
                    <a:pt x="58" y="531"/>
                    <a:pt x="41" y="533"/>
                  </a:cubicBezTo>
                  <a:cubicBezTo>
                    <a:pt x="16" y="538"/>
                    <a:pt x="1" y="559"/>
                    <a:pt x="6" y="579"/>
                  </a:cubicBezTo>
                  <a:cubicBezTo>
                    <a:pt x="6" y="601"/>
                    <a:pt x="25" y="615"/>
                    <a:pt x="43" y="615"/>
                  </a:cubicBezTo>
                  <a:cubicBezTo>
                    <a:pt x="46" y="615"/>
                    <a:pt x="49" y="615"/>
                    <a:pt x="51" y="614"/>
                  </a:cubicBezTo>
                  <a:cubicBezTo>
                    <a:pt x="65" y="613"/>
                    <a:pt x="78" y="612"/>
                    <a:pt x="92" y="612"/>
                  </a:cubicBezTo>
                  <a:cubicBezTo>
                    <a:pt x="201" y="612"/>
                    <a:pt x="313" y="666"/>
                    <a:pt x="381" y="751"/>
                  </a:cubicBezTo>
                  <a:cubicBezTo>
                    <a:pt x="381" y="751"/>
                    <a:pt x="386" y="751"/>
                    <a:pt x="386" y="756"/>
                  </a:cubicBezTo>
                  <a:cubicBezTo>
                    <a:pt x="391" y="797"/>
                    <a:pt x="401" y="832"/>
                    <a:pt x="421" y="868"/>
                  </a:cubicBezTo>
                  <a:cubicBezTo>
                    <a:pt x="467" y="949"/>
                    <a:pt x="553" y="1010"/>
                    <a:pt x="649" y="1030"/>
                  </a:cubicBezTo>
                  <a:cubicBezTo>
                    <a:pt x="659" y="1030"/>
                    <a:pt x="669" y="1030"/>
                    <a:pt x="685" y="1035"/>
                  </a:cubicBezTo>
                  <a:cubicBezTo>
                    <a:pt x="599" y="1141"/>
                    <a:pt x="563" y="1283"/>
                    <a:pt x="593" y="1415"/>
                  </a:cubicBezTo>
                  <a:cubicBezTo>
                    <a:pt x="599" y="1435"/>
                    <a:pt x="614" y="1450"/>
                    <a:pt x="634" y="1450"/>
                  </a:cubicBezTo>
                  <a:lnTo>
                    <a:pt x="644" y="1450"/>
                  </a:lnTo>
                  <a:cubicBezTo>
                    <a:pt x="664" y="1445"/>
                    <a:pt x="680" y="1420"/>
                    <a:pt x="675" y="1400"/>
                  </a:cubicBezTo>
                  <a:cubicBezTo>
                    <a:pt x="644" y="1263"/>
                    <a:pt x="700" y="1111"/>
                    <a:pt x="811" y="1025"/>
                  </a:cubicBezTo>
                  <a:cubicBezTo>
                    <a:pt x="852" y="1015"/>
                    <a:pt x="897" y="999"/>
                    <a:pt x="933" y="974"/>
                  </a:cubicBezTo>
                  <a:cubicBezTo>
                    <a:pt x="973" y="949"/>
                    <a:pt x="1004" y="918"/>
                    <a:pt x="1029" y="883"/>
                  </a:cubicBezTo>
                  <a:cubicBezTo>
                    <a:pt x="1039" y="883"/>
                    <a:pt x="1049" y="878"/>
                    <a:pt x="1054" y="868"/>
                  </a:cubicBezTo>
                  <a:cubicBezTo>
                    <a:pt x="1146" y="726"/>
                    <a:pt x="1313" y="630"/>
                    <a:pt x="1485" y="630"/>
                  </a:cubicBezTo>
                  <a:lnTo>
                    <a:pt x="1490" y="630"/>
                  </a:lnTo>
                  <a:cubicBezTo>
                    <a:pt x="1515" y="630"/>
                    <a:pt x="1531" y="614"/>
                    <a:pt x="1531" y="589"/>
                  </a:cubicBezTo>
                  <a:cubicBezTo>
                    <a:pt x="1531" y="569"/>
                    <a:pt x="1515" y="549"/>
                    <a:pt x="1490" y="549"/>
                  </a:cubicBezTo>
                  <a:lnTo>
                    <a:pt x="1485" y="549"/>
                  </a:lnTo>
                  <a:cubicBezTo>
                    <a:pt x="1348" y="549"/>
                    <a:pt x="1217" y="599"/>
                    <a:pt x="1110" y="685"/>
                  </a:cubicBezTo>
                  <a:cubicBezTo>
                    <a:pt x="1115" y="579"/>
                    <a:pt x="1070" y="457"/>
                    <a:pt x="989" y="371"/>
                  </a:cubicBezTo>
                  <a:cubicBezTo>
                    <a:pt x="933" y="310"/>
                    <a:pt x="867" y="275"/>
                    <a:pt x="801" y="265"/>
                  </a:cubicBezTo>
                  <a:cubicBezTo>
                    <a:pt x="796" y="260"/>
                    <a:pt x="791" y="255"/>
                    <a:pt x="786" y="255"/>
                  </a:cubicBezTo>
                  <a:cubicBezTo>
                    <a:pt x="649" y="209"/>
                    <a:pt x="528" y="123"/>
                    <a:pt x="431" y="17"/>
                  </a:cubicBezTo>
                  <a:cubicBezTo>
                    <a:pt x="423" y="6"/>
                    <a:pt x="412" y="1"/>
                    <a:pt x="401" y="1"/>
                  </a:cubicBezTo>
                  <a:close/>
                </a:path>
              </a:pathLst>
            </a:custGeom>
            <a:solidFill>
              <a:srgbClr val="D76906"/>
            </a:solidFill>
            <a:ln w="9525" cap="flat" cmpd="sng">
              <a:solidFill>
                <a:srgbClr val="D7690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1"/>
            <p:cNvSpPr/>
            <p:nvPr/>
          </p:nvSpPr>
          <p:spPr>
            <a:xfrm>
              <a:off x="748796" y="3876907"/>
              <a:ext cx="616932" cy="853501"/>
            </a:xfrm>
            <a:custGeom>
              <a:avLst/>
              <a:gdLst/>
              <a:ahLst/>
              <a:cxnLst/>
              <a:rect l="l" t="t" r="r" b="b"/>
              <a:pathLst>
                <a:path w="5852" h="8096" extrusionOk="0">
                  <a:moveTo>
                    <a:pt x="2882" y="1"/>
                  </a:moveTo>
                  <a:cubicBezTo>
                    <a:pt x="2229" y="1"/>
                    <a:pt x="1579" y="84"/>
                    <a:pt x="933" y="254"/>
                  </a:cubicBezTo>
                  <a:cubicBezTo>
                    <a:pt x="380" y="401"/>
                    <a:pt x="0" y="897"/>
                    <a:pt x="0" y="1465"/>
                  </a:cubicBezTo>
                  <a:lnTo>
                    <a:pt x="0" y="8095"/>
                  </a:lnTo>
                  <a:lnTo>
                    <a:pt x="5851" y="8095"/>
                  </a:lnTo>
                  <a:lnTo>
                    <a:pt x="5851" y="1480"/>
                  </a:lnTo>
                  <a:cubicBezTo>
                    <a:pt x="5851" y="907"/>
                    <a:pt x="5466" y="406"/>
                    <a:pt x="4909" y="264"/>
                  </a:cubicBezTo>
                  <a:cubicBezTo>
                    <a:pt x="4231" y="89"/>
                    <a:pt x="3555" y="1"/>
                    <a:pt x="28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1"/>
            <p:cNvSpPr/>
            <p:nvPr/>
          </p:nvSpPr>
          <p:spPr>
            <a:xfrm>
              <a:off x="952259" y="4013533"/>
              <a:ext cx="161402" cy="152968"/>
            </a:xfrm>
            <a:custGeom>
              <a:avLst/>
              <a:gdLst/>
              <a:ahLst/>
              <a:cxnLst/>
              <a:rect l="l" t="t" r="r" b="b"/>
              <a:pathLst>
                <a:path w="1531" h="1451" extrusionOk="0">
                  <a:moveTo>
                    <a:pt x="748" y="345"/>
                  </a:moveTo>
                  <a:cubicBezTo>
                    <a:pt x="832" y="345"/>
                    <a:pt x="895" y="394"/>
                    <a:pt x="927" y="427"/>
                  </a:cubicBezTo>
                  <a:cubicBezTo>
                    <a:pt x="1003" y="508"/>
                    <a:pt x="1039" y="630"/>
                    <a:pt x="1019" y="716"/>
                  </a:cubicBezTo>
                  <a:cubicBezTo>
                    <a:pt x="1003" y="792"/>
                    <a:pt x="958" y="858"/>
                    <a:pt x="887" y="903"/>
                  </a:cubicBezTo>
                  <a:cubicBezTo>
                    <a:pt x="862" y="918"/>
                    <a:pt x="831" y="934"/>
                    <a:pt x="801" y="939"/>
                  </a:cubicBezTo>
                  <a:cubicBezTo>
                    <a:pt x="791" y="939"/>
                    <a:pt x="781" y="944"/>
                    <a:pt x="770" y="949"/>
                  </a:cubicBezTo>
                  <a:cubicBezTo>
                    <a:pt x="753" y="951"/>
                    <a:pt x="735" y="953"/>
                    <a:pt x="717" y="953"/>
                  </a:cubicBezTo>
                  <a:cubicBezTo>
                    <a:pt x="700" y="953"/>
                    <a:pt x="682" y="951"/>
                    <a:pt x="664" y="949"/>
                  </a:cubicBezTo>
                  <a:cubicBezTo>
                    <a:pt x="593" y="928"/>
                    <a:pt x="527" y="883"/>
                    <a:pt x="492" y="827"/>
                  </a:cubicBezTo>
                  <a:cubicBezTo>
                    <a:pt x="451" y="746"/>
                    <a:pt x="456" y="635"/>
                    <a:pt x="507" y="533"/>
                  </a:cubicBezTo>
                  <a:cubicBezTo>
                    <a:pt x="558" y="427"/>
                    <a:pt x="639" y="361"/>
                    <a:pt x="725" y="346"/>
                  </a:cubicBezTo>
                  <a:cubicBezTo>
                    <a:pt x="733" y="345"/>
                    <a:pt x="740" y="345"/>
                    <a:pt x="748" y="345"/>
                  </a:cubicBezTo>
                  <a:close/>
                  <a:moveTo>
                    <a:pt x="398" y="1"/>
                  </a:moveTo>
                  <a:cubicBezTo>
                    <a:pt x="388" y="1"/>
                    <a:pt x="377" y="5"/>
                    <a:pt x="370" y="12"/>
                  </a:cubicBezTo>
                  <a:cubicBezTo>
                    <a:pt x="350" y="27"/>
                    <a:pt x="350" y="52"/>
                    <a:pt x="365" y="72"/>
                  </a:cubicBezTo>
                  <a:cubicBezTo>
                    <a:pt x="441" y="159"/>
                    <a:pt x="537" y="229"/>
                    <a:pt x="639" y="285"/>
                  </a:cubicBezTo>
                  <a:cubicBezTo>
                    <a:pt x="558" y="321"/>
                    <a:pt x="482" y="392"/>
                    <a:pt x="431" y="493"/>
                  </a:cubicBezTo>
                  <a:cubicBezTo>
                    <a:pt x="406" y="538"/>
                    <a:pt x="391" y="589"/>
                    <a:pt x="385" y="640"/>
                  </a:cubicBezTo>
                  <a:cubicBezTo>
                    <a:pt x="303" y="570"/>
                    <a:pt x="197" y="530"/>
                    <a:pt x="92" y="530"/>
                  </a:cubicBezTo>
                  <a:cubicBezTo>
                    <a:pt x="75" y="530"/>
                    <a:pt x="58" y="531"/>
                    <a:pt x="41" y="533"/>
                  </a:cubicBezTo>
                  <a:cubicBezTo>
                    <a:pt x="16" y="538"/>
                    <a:pt x="0" y="559"/>
                    <a:pt x="6" y="579"/>
                  </a:cubicBezTo>
                  <a:cubicBezTo>
                    <a:pt x="6" y="601"/>
                    <a:pt x="21" y="615"/>
                    <a:pt x="42" y="615"/>
                  </a:cubicBezTo>
                  <a:cubicBezTo>
                    <a:pt x="45" y="615"/>
                    <a:pt x="48" y="615"/>
                    <a:pt x="51" y="614"/>
                  </a:cubicBezTo>
                  <a:cubicBezTo>
                    <a:pt x="64" y="613"/>
                    <a:pt x="78" y="612"/>
                    <a:pt x="91" y="612"/>
                  </a:cubicBezTo>
                  <a:cubicBezTo>
                    <a:pt x="201" y="612"/>
                    <a:pt x="313" y="666"/>
                    <a:pt x="380" y="751"/>
                  </a:cubicBezTo>
                  <a:cubicBezTo>
                    <a:pt x="380" y="751"/>
                    <a:pt x="380" y="751"/>
                    <a:pt x="385" y="756"/>
                  </a:cubicBezTo>
                  <a:cubicBezTo>
                    <a:pt x="391" y="797"/>
                    <a:pt x="401" y="832"/>
                    <a:pt x="421" y="868"/>
                  </a:cubicBezTo>
                  <a:cubicBezTo>
                    <a:pt x="466" y="949"/>
                    <a:pt x="548" y="1010"/>
                    <a:pt x="644" y="1030"/>
                  </a:cubicBezTo>
                  <a:cubicBezTo>
                    <a:pt x="659" y="1030"/>
                    <a:pt x="669" y="1030"/>
                    <a:pt x="684" y="1035"/>
                  </a:cubicBezTo>
                  <a:cubicBezTo>
                    <a:pt x="598" y="1141"/>
                    <a:pt x="563" y="1283"/>
                    <a:pt x="588" y="1415"/>
                  </a:cubicBezTo>
                  <a:cubicBezTo>
                    <a:pt x="593" y="1435"/>
                    <a:pt x="613" y="1450"/>
                    <a:pt x="634" y="1450"/>
                  </a:cubicBezTo>
                  <a:lnTo>
                    <a:pt x="639" y="1450"/>
                  </a:lnTo>
                  <a:cubicBezTo>
                    <a:pt x="664" y="1445"/>
                    <a:pt x="679" y="1420"/>
                    <a:pt x="674" y="1400"/>
                  </a:cubicBezTo>
                  <a:cubicBezTo>
                    <a:pt x="644" y="1263"/>
                    <a:pt x="700" y="1111"/>
                    <a:pt x="811" y="1025"/>
                  </a:cubicBezTo>
                  <a:cubicBezTo>
                    <a:pt x="851" y="1015"/>
                    <a:pt x="892" y="999"/>
                    <a:pt x="933" y="974"/>
                  </a:cubicBezTo>
                  <a:cubicBezTo>
                    <a:pt x="973" y="949"/>
                    <a:pt x="1003" y="918"/>
                    <a:pt x="1029" y="883"/>
                  </a:cubicBezTo>
                  <a:cubicBezTo>
                    <a:pt x="1039" y="883"/>
                    <a:pt x="1049" y="878"/>
                    <a:pt x="1054" y="868"/>
                  </a:cubicBezTo>
                  <a:cubicBezTo>
                    <a:pt x="1145" y="726"/>
                    <a:pt x="1312" y="630"/>
                    <a:pt x="1485" y="630"/>
                  </a:cubicBezTo>
                  <a:lnTo>
                    <a:pt x="1490" y="630"/>
                  </a:lnTo>
                  <a:cubicBezTo>
                    <a:pt x="1510" y="630"/>
                    <a:pt x="1530" y="614"/>
                    <a:pt x="1530" y="589"/>
                  </a:cubicBezTo>
                  <a:cubicBezTo>
                    <a:pt x="1530" y="569"/>
                    <a:pt x="1515" y="549"/>
                    <a:pt x="1490" y="549"/>
                  </a:cubicBezTo>
                  <a:lnTo>
                    <a:pt x="1485" y="549"/>
                  </a:lnTo>
                  <a:cubicBezTo>
                    <a:pt x="1348" y="549"/>
                    <a:pt x="1216" y="599"/>
                    <a:pt x="1110" y="685"/>
                  </a:cubicBezTo>
                  <a:cubicBezTo>
                    <a:pt x="1115" y="579"/>
                    <a:pt x="1069" y="457"/>
                    <a:pt x="988" y="371"/>
                  </a:cubicBezTo>
                  <a:cubicBezTo>
                    <a:pt x="933" y="310"/>
                    <a:pt x="867" y="275"/>
                    <a:pt x="796" y="265"/>
                  </a:cubicBezTo>
                  <a:cubicBezTo>
                    <a:pt x="796" y="260"/>
                    <a:pt x="791" y="255"/>
                    <a:pt x="786" y="255"/>
                  </a:cubicBezTo>
                  <a:cubicBezTo>
                    <a:pt x="649" y="209"/>
                    <a:pt x="522" y="123"/>
                    <a:pt x="431" y="17"/>
                  </a:cubicBezTo>
                  <a:cubicBezTo>
                    <a:pt x="423" y="6"/>
                    <a:pt x="410" y="1"/>
                    <a:pt x="398" y="1"/>
                  </a:cubicBezTo>
                  <a:close/>
                </a:path>
              </a:pathLst>
            </a:custGeom>
            <a:solidFill>
              <a:srgbClr val="D76906"/>
            </a:solidFill>
            <a:ln w="9525" cap="flat" cmpd="sng">
              <a:solidFill>
                <a:srgbClr val="D7690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3005553" y="2827861"/>
              <a:ext cx="1007839" cy="959345"/>
            </a:xfrm>
            <a:custGeom>
              <a:avLst/>
              <a:gdLst/>
              <a:ahLst/>
              <a:cxnLst/>
              <a:rect l="l" t="t" r="r" b="b"/>
              <a:pathLst>
                <a:path w="9560" h="9100" extrusionOk="0">
                  <a:moveTo>
                    <a:pt x="8194" y="0"/>
                  </a:moveTo>
                  <a:cubicBezTo>
                    <a:pt x="7737" y="0"/>
                    <a:pt x="7418" y="271"/>
                    <a:pt x="7250" y="834"/>
                  </a:cubicBezTo>
                  <a:lnTo>
                    <a:pt x="6317" y="5823"/>
                  </a:lnTo>
                  <a:lnTo>
                    <a:pt x="3450" y="3123"/>
                  </a:lnTo>
                  <a:lnTo>
                    <a:pt x="1500" y="1290"/>
                  </a:lnTo>
                  <a:lnTo>
                    <a:pt x="1" y="2865"/>
                  </a:lnTo>
                  <a:cubicBezTo>
                    <a:pt x="1" y="2865"/>
                    <a:pt x="4371" y="9099"/>
                    <a:pt x="6902" y="9099"/>
                  </a:cubicBezTo>
                  <a:cubicBezTo>
                    <a:pt x="7029" y="9099"/>
                    <a:pt x="7152" y="9083"/>
                    <a:pt x="7270" y="9050"/>
                  </a:cubicBezTo>
                  <a:cubicBezTo>
                    <a:pt x="7346" y="9030"/>
                    <a:pt x="7422" y="8999"/>
                    <a:pt x="7498" y="8959"/>
                  </a:cubicBezTo>
                  <a:cubicBezTo>
                    <a:pt x="9559" y="7885"/>
                    <a:pt x="8678" y="84"/>
                    <a:pt x="8678" y="84"/>
                  </a:cubicBezTo>
                  <a:cubicBezTo>
                    <a:pt x="8503" y="28"/>
                    <a:pt x="8341" y="0"/>
                    <a:pt x="8194" y="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1"/>
            <p:cNvSpPr/>
            <p:nvPr/>
          </p:nvSpPr>
          <p:spPr>
            <a:xfrm>
              <a:off x="767982" y="2827861"/>
              <a:ext cx="987598" cy="937417"/>
            </a:xfrm>
            <a:custGeom>
              <a:avLst/>
              <a:gdLst/>
              <a:ahLst/>
              <a:cxnLst/>
              <a:rect l="l" t="t" r="r" b="b"/>
              <a:pathLst>
                <a:path w="9368" h="8892" extrusionOk="0">
                  <a:moveTo>
                    <a:pt x="1172" y="0"/>
                  </a:moveTo>
                  <a:cubicBezTo>
                    <a:pt x="1024" y="0"/>
                    <a:pt x="861" y="28"/>
                    <a:pt x="685" y="84"/>
                  </a:cubicBezTo>
                  <a:cubicBezTo>
                    <a:pt x="685" y="84"/>
                    <a:pt x="1" y="7627"/>
                    <a:pt x="1916" y="8726"/>
                  </a:cubicBezTo>
                  <a:cubicBezTo>
                    <a:pt x="1926" y="8736"/>
                    <a:pt x="1941" y="8741"/>
                    <a:pt x="1951" y="8746"/>
                  </a:cubicBezTo>
                  <a:cubicBezTo>
                    <a:pt x="2140" y="8846"/>
                    <a:pt x="2346" y="8891"/>
                    <a:pt x="2566" y="8891"/>
                  </a:cubicBezTo>
                  <a:cubicBezTo>
                    <a:pt x="5085" y="8891"/>
                    <a:pt x="9367" y="2865"/>
                    <a:pt x="9367" y="2865"/>
                  </a:cubicBezTo>
                  <a:lnTo>
                    <a:pt x="7863" y="1290"/>
                  </a:lnTo>
                  <a:lnTo>
                    <a:pt x="6090" y="2961"/>
                  </a:lnTo>
                  <a:lnTo>
                    <a:pt x="3050" y="5823"/>
                  </a:lnTo>
                  <a:lnTo>
                    <a:pt x="2118" y="834"/>
                  </a:lnTo>
                  <a:cubicBezTo>
                    <a:pt x="1950" y="271"/>
                    <a:pt x="1631" y="0"/>
                    <a:pt x="1172" y="0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1"/>
            <p:cNvSpPr/>
            <p:nvPr/>
          </p:nvSpPr>
          <p:spPr>
            <a:xfrm>
              <a:off x="1584577" y="3226458"/>
              <a:ext cx="1562045" cy="999827"/>
            </a:xfrm>
            <a:custGeom>
              <a:avLst/>
              <a:gdLst/>
              <a:ahLst/>
              <a:cxnLst/>
              <a:rect l="l" t="t" r="r" b="b"/>
              <a:pathLst>
                <a:path w="14817" h="9484" extrusionOk="0">
                  <a:moveTo>
                    <a:pt x="547" y="1"/>
                  </a:moveTo>
                  <a:cubicBezTo>
                    <a:pt x="998" y="3496"/>
                    <a:pt x="567" y="6085"/>
                    <a:pt x="253" y="7356"/>
                  </a:cubicBezTo>
                  <a:cubicBezTo>
                    <a:pt x="117" y="7923"/>
                    <a:pt x="0" y="8227"/>
                    <a:pt x="0" y="8227"/>
                  </a:cubicBezTo>
                  <a:lnTo>
                    <a:pt x="13014" y="9332"/>
                  </a:lnTo>
                  <a:lnTo>
                    <a:pt x="14817" y="9484"/>
                  </a:lnTo>
                  <a:cubicBezTo>
                    <a:pt x="14569" y="8815"/>
                    <a:pt x="14391" y="8091"/>
                    <a:pt x="14275" y="7356"/>
                  </a:cubicBezTo>
                  <a:cubicBezTo>
                    <a:pt x="14088" y="6171"/>
                    <a:pt x="14042" y="4945"/>
                    <a:pt x="14067" y="3846"/>
                  </a:cubicBezTo>
                  <a:cubicBezTo>
                    <a:pt x="14118" y="1688"/>
                    <a:pt x="14432" y="1"/>
                    <a:pt x="1443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1"/>
            <p:cNvSpPr/>
            <p:nvPr/>
          </p:nvSpPr>
          <p:spPr>
            <a:xfrm>
              <a:off x="1477153" y="3539032"/>
              <a:ext cx="2071130" cy="1191380"/>
            </a:xfrm>
            <a:custGeom>
              <a:avLst/>
              <a:gdLst/>
              <a:ahLst/>
              <a:cxnLst/>
              <a:rect l="l" t="t" r="r" b="b"/>
              <a:pathLst>
                <a:path w="19646" h="11301" extrusionOk="0">
                  <a:moveTo>
                    <a:pt x="12722" y="1"/>
                  </a:moveTo>
                  <a:cubicBezTo>
                    <a:pt x="10445" y="1"/>
                    <a:pt x="1078" y="5064"/>
                    <a:pt x="1019" y="5262"/>
                  </a:cubicBezTo>
                  <a:cubicBezTo>
                    <a:pt x="1" y="8661"/>
                    <a:pt x="1014" y="10612"/>
                    <a:pt x="2833" y="11300"/>
                  </a:cubicBezTo>
                  <a:lnTo>
                    <a:pt x="5619" y="11300"/>
                  </a:lnTo>
                  <a:cubicBezTo>
                    <a:pt x="8157" y="10080"/>
                    <a:pt x="10897" y="5348"/>
                    <a:pt x="10897" y="5348"/>
                  </a:cubicBezTo>
                  <a:lnTo>
                    <a:pt x="11819" y="7101"/>
                  </a:lnTo>
                  <a:lnTo>
                    <a:pt x="14022" y="11300"/>
                  </a:lnTo>
                  <a:lnTo>
                    <a:pt x="19645" y="11300"/>
                  </a:lnTo>
                  <a:cubicBezTo>
                    <a:pt x="19645" y="11300"/>
                    <a:pt x="14848" y="258"/>
                    <a:pt x="12873" y="9"/>
                  </a:cubicBezTo>
                  <a:cubicBezTo>
                    <a:pt x="12827" y="3"/>
                    <a:pt x="12776" y="1"/>
                    <a:pt x="127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1"/>
            <p:cNvSpPr/>
            <p:nvPr/>
          </p:nvSpPr>
          <p:spPr>
            <a:xfrm>
              <a:off x="1642243" y="3774965"/>
              <a:ext cx="1563205" cy="944269"/>
            </a:xfrm>
            <a:custGeom>
              <a:avLst/>
              <a:gdLst/>
              <a:ahLst/>
              <a:cxnLst/>
              <a:rect l="l" t="t" r="r" b="b"/>
              <a:pathLst>
                <a:path w="14828" h="8957" fill="none" extrusionOk="0">
                  <a:moveTo>
                    <a:pt x="0" y="5755"/>
                  </a:moveTo>
                  <a:cubicBezTo>
                    <a:pt x="2801" y="3906"/>
                    <a:pt x="5653" y="2138"/>
                    <a:pt x="8556" y="456"/>
                  </a:cubicBezTo>
                  <a:cubicBezTo>
                    <a:pt x="8951" y="228"/>
                    <a:pt x="9377" y="0"/>
                    <a:pt x="9822" y="61"/>
                  </a:cubicBezTo>
                  <a:cubicBezTo>
                    <a:pt x="10375" y="142"/>
                    <a:pt x="10760" y="638"/>
                    <a:pt x="11058" y="1110"/>
                  </a:cubicBezTo>
                  <a:cubicBezTo>
                    <a:pt x="12791" y="3794"/>
                    <a:pt x="13657" y="5983"/>
                    <a:pt x="14827" y="8956"/>
                  </a:cubicBezTo>
                </a:path>
              </a:pathLst>
            </a:custGeom>
            <a:noFill/>
            <a:ln w="9525" cap="rnd" cmpd="sng">
              <a:solidFill>
                <a:srgbClr val="D91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1"/>
            <p:cNvSpPr/>
            <p:nvPr/>
          </p:nvSpPr>
          <p:spPr>
            <a:xfrm>
              <a:off x="1626746" y="4121484"/>
              <a:ext cx="135152" cy="137893"/>
            </a:xfrm>
            <a:custGeom>
              <a:avLst/>
              <a:gdLst/>
              <a:ahLst/>
              <a:cxnLst/>
              <a:rect l="l" t="t" r="r" b="b"/>
              <a:pathLst>
                <a:path w="1282" h="1308" fill="none" extrusionOk="0">
                  <a:moveTo>
                    <a:pt x="0" y="1"/>
                  </a:moveTo>
                  <a:cubicBezTo>
                    <a:pt x="542" y="295"/>
                    <a:pt x="998" y="756"/>
                    <a:pt x="1282" y="1308"/>
                  </a:cubicBezTo>
                </a:path>
              </a:pathLst>
            </a:custGeom>
            <a:noFill/>
            <a:ln w="9525" cap="rnd" cmpd="sng">
              <a:solidFill>
                <a:srgbClr val="D91D1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1"/>
            <p:cNvSpPr/>
            <p:nvPr/>
          </p:nvSpPr>
          <p:spPr>
            <a:xfrm>
              <a:off x="2166609" y="4073201"/>
              <a:ext cx="740066" cy="657204"/>
            </a:xfrm>
            <a:custGeom>
              <a:avLst/>
              <a:gdLst/>
              <a:ahLst/>
              <a:cxnLst/>
              <a:rect l="l" t="t" r="r" b="b"/>
              <a:pathLst>
                <a:path w="7020" h="6234" extrusionOk="0">
                  <a:moveTo>
                    <a:pt x="3811" y="1"/>
                  </a:moveTo>
                  <a:cubicBezTo>
                    <a:pt x="3779" y="1"/>
                    <a:pt x="3746" y="2"/>
                    <a:pt x="3714" y="3"/>
                  </a:cubicBezTo>
                  <a:cubicBezTo>
                    <a:pt x="391" y="129"/>
                    <a:pt x="31" y="6011"/>
                    <a:pt x="1" y="6233"/>
                  </a:cubicBezTo>
                  <a:lnTo>
                    <a:pt x="6150" y="6233"/>
                  </a:lnTo>
                  <a:cubicBezTo>
                    <a:pt x="6150" y="6233"/>
                    <a:pt x="7019" y="1"/>
                    <a:pt x="3811" y="1"/>
                  </a:cubicBezTo>
                  <a:close/>
                </a:path>
              </a:pathLst>
            </a:custGeom>
            <a:solidFill>
              <a:srgbClr val="D91D1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1"/>
            <p:cNvSpPr/>
            <p:nvPr/>
          </p:nvSpPr>
          <p:spPr>
            <a:xfrm>
              <a:off x="2380720" y="1243171"/>
              <a:ext cx="1380086" cy="2295891"/>
            </a:xfrm>
            <a:custGeom>
              <a:avLst/>
              <a:gdLst/>
              <a:ahLst/>
              <a:cxnLst/>
              <a:rect l="l" t="t" r="r" b="b"/>
              <a:pathLst>
                <a:path w="13091" h="21778" extrusionOk="0">
                  <a:moveTo>
                    <a:pt x="13090" y="0"/>
                  </a:moveTo>
                  <a:lnTo>
                    <a:pt x="1" y="1839"/>
                  </a:lnTo>
                  <a:lnTo>
                    <a:pt x="1" y="21777"/>
                  </a:lnTo>
                  <a:lnTo>
                    <a:pt x="13090" y="19933"/>
                  </a:lnTo>
                  <a:lnTo>
                    <a:pt x="1309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1"/>
            <p:cNvSpPr/>
            <p:nvPr/>
          </p:nvSpPr>
          <p:spPr>
            <a:xfrm>
              <a:off x="2444816" y="1536347"/>
              <a:ext cx="1251892" cy="184911"/>
            </a:xfrm>
            <a:custGeom>
              <a:avLst/>
              <a:gdLst/>
              <a:ahLst/>
              <a:cxnLst/>
              <a:rect l="l" t="t" r="r" b="b"/>
              <a:pathLst>
                <a:path w="11875" h="1754" extrusionOk="0">
                  <a:moveTo>
                    <a:pt x="11859" y="0"/>
                  </a:moveTo>
                  <a:lnTo>
                    <a:pt x="1" y="1667"/>
                  </a:lnTo>
                  <a:lnTo>
                    <a:pt x="11" y="1753"/>
                  </a:lnTo>
                  <a:lnTo>
                    <a:pt x="11875" y="81"/>
                  </a:lnTo>
                  <a:lnTo>
                    <a:pt x="1185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1"/>
            <p:cNvSpPr/>
            <p:nvPr/>
          </p:nvSpPr>
          <p:spPr>
            <a:xfrm>
              <a:off x="2444289" y="1549630"/>
              <a:ext cx="1252946" cy="193450"/>
            </a:xfrm>
            <a:custGeom>
              <a:avLst/>
              <a:gdLst/>
              <a:ahLst/>
              <a:cxnLst/>
              <a:rect l="l" t="t" r="r" b="b"/>
              <a:pathLst>
                <a:path w="11885" h="1835" extrusionOk="0">
                  <a:moveTo>
                    <a:pt x="11859" y="1"/>
                  </a:moveTo>
                  <a:lnTo>
                    <a:pt x="1" y="1668"/>
                  </a:lnTo>
                  <a:lnTo>
                    <a:pt x="21" y="1835"/>
                  </a:lnTo>
                  <a:lnTo>
                    <a:pt x="11885" y="168"/>
                  </a:lnTo>
                  <a:lnTo>
                    <a:pt x="11859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"/>
            <p:cNvSpPr/>
            <p:nvPr/>
          </p:nvSpPr>
          <p:spPr>
            <a:xfrm>
              <a:off x="2445344" y="1709870"/>
              <a:ext cx="645291" cy="526691"/>
            </a:xfrm>
            <a:custGeom>
              <a:avLst/>
              <a:gdLst/>
              <a:ahLst/>
              <a:cxnLst/>
              <a:rect l="l" t="t" r="r" b="b"/>
              <a:pathLst>
                <a:path w="6121" h="4996" extrusionOk="0">
                  <a:moveTo>
                    <a:pt x="6120" y="1"/>
                  </a:moveTo>
                  <a:lnTo>
                    <a:pt x="1" y="862"/>
                  </a:lnTo>
                  <a:lnTo>
                    <a:pt x="1" y="4995"/>
                  </a:lnTo>
                  <a:lnTo>
                    <a:pt x="6120" y="4134"/>
                  </a:lnTo>
                  <a:lnTo>
                    <a:pt x="612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"/>
            <p:cNvSpPr/>
            <p:nvPr/>
          </p:nvSpPr>
          <p:spPr>
            <a:xfrm>
              <a:off x="3146502" y="2124808"/>
              <a:ext cx="549146" cy="513302"/>
            </a:xfrm>
            <a:custGeom>
              <a:avLst/>
              <a:gdLst/>
              <a:ahLst/>
              <a:cxnLst/>
              <a:rect l="l" t="t" r="r" b="b"/>
              <a:pathLst>
                <a:path w="5209" h="4869" extrusionOk="0">
                  <a:moveTo>
                    <a:pt x="5208" y="1"/>
                  </a:moveTo>
                  <a:lnTo>
                    <a:pt x="1" y="735"/>
                  </a:lnTo>
                  <a:lnTo>
                    <a:pt x="1" y="4869"/>
                  </a:lnTo>
                  <a:lnTo>
                    <a:pt x="5208" y="4134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"/>
            <p:cNvSpPr/>
            <p:nvPr/>
          </p:nvSpPr>
          <p:spPr>
            <a:xfrm>
              <a:off x="2445344" y="2609218"/>
              <a:ext cx="1250311" cy="274520"/>
            </a:xfrm>
            <a:custGeom>
              <a:avLst/>
              <a:gdLst/>
              <a:ahLst/>
              <a:cxnLst/>
              <a:rect l="l" t="t" r="r" b="b"/>
              <a:pathLst>
                <a:path w="11860" h="2604" extrusionOk="0">
                  <a:moveTo>
                    <a:pt x="11859" y="0"/>
                  </a:moveTo>
                  <a:lnTo>
                    <a:pt x="1" y="1672"/>
                  </a:lnTo>
                  <a:lnTo>
                    <a:pt x="1" y="2604"/>
                  </a:lnTo>
                  <a:lnTo>
                    <a:pt x="11859" y="937"/>
                  </a:lnTo>
                  <a:lnTo>
                    <a:pt x="1185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"/>
            <p:cNvSpPr/>
            <p:nvPr/>
          </p:nvSpPr>
          <p:spPr>
            <a:xfrm>
              <a:off x="2445344" y="3008131"/>
              <a:ext cx="1250311" cy="200830"/>
            </a:xfrm>
            <a:custGeom>
              <a:avLst/>
              <a:gdLst/>
              <a:ahLst/>
              <a:cxnLst/>
              <a:rect l="l" t="t" r="r" b="b"/>
              <a:pathLst>
                <a:path w="11860" h="1905" extrusionOk="0">
                  <a:moveTo>
                    <a:pt x="11859" y="0"/>
                  </a:moveTo>
                  <a:lnTo>
                    <a:pt x="1" y="1672"/>
                  </a:lnTo>
                  <a:lnTo>
                    <a:pt x="1" y="1905"/>
                  </a:lnTo>
                  <a:lnTo>
                    <a:pt x="11859" y="238"/>
                  </a:lnTo>
                  <a:lnTo>
                    <a:pt x="1185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"/>
            <p:cNvSpPr/>
            <p:nvPr/>
          </p:nvSpPr>
          <p:spPr>
            <a:xfrm>
              <a:off x="2445344" y="3056730"/>
              <a:ext cx="1250311" cy="262818"/>
            </a:xfrm>
            <a:custGeom>
              <a:avLst/>
              <a:gdLst/>
              <a:ahLst/>
              <a:cxnLst/>
              <a:rect l="l" t="t" r="r" b="b"/>
              <a:pathLst>
                <a:path w="11860" h="2493" extrusionOk="0">
                  <a:moveTo>
                    <a:pt x="11859" y="0"/>
                  </a:moveTo>
                  <a:lnTo>
                    <a:pt x="1" y="1667"/>
                  </a:lnTo>
                  <a:lnTo>
                    <a:pt x="1" y="2492"/>
                  </a:lnTo>
                  <a:lnTo>
                    <a:pt x="11859" y="826"/>
                  </a:lnTo>
                  <a:lnTo>
                    <a:pt x="1185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"/>
            <p:cNvSpPr/>
            <p:nvPr/>
          </p:nvSpPr>
          <p:spPr>
            <a:xfrm>
              <a:off x="3145975" y="1628696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7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1"/>
            <p:cNvSpPr/>
            <p:nvPr/>
          </p:nvSpPr>
          <p:spPr>
            <a:xfrm>
              <a:off x="3145975" y="1671391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7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1"/>
            <p:cNvSpPr/>
            <p:nvPr/>
          </p:nvSpPr>
          <p:spPr>
            <a:xfrm>
              <a:off x="3145975" y="1714192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6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1"/>
            <p:cNvSpPr/>
            <p:nvPr/>
          </p:nvSpPr>
          <p:spPr>
            <a:xfrm>
              <a:off x="3145975" y="1756888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7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1"/>
            <p:cNvSpPr/>
            <p:nvPr/>
          </p:nvSpPr>
          <p:spPr>
            <a:xfrm>
              <a:off x="3145975" y="1799584"/>
              <a:ext cx="550727" cy="86657"/>
            </a:xfrm>
            <a:custGeom>
              <a:avLst/>
              <a:gdLst/>
              <a:ahLst/>
              <a:cxnLst/>
              <a:rect l="l" t="t" r="r" b="b"/>
              <a:pathLst>
                <a:path w="5224" h="822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21"/>
                  </a:lnTo>
                  <a:lnTo>
                    <a:pt x="5224" y="87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1"/>
            <p:cNvSpPr/>
            <p:nvPr/>
          </p:nvSpPr>
          <p:spPr>
            <a:xfrm>
              <a:off x="3145975" y="1842279"/>
              <a:ext cx="550727" cy="86657"/>
            </a:xfrm>
            <a:custGeom>
              <a:avLst/>
              <a:gdLst/>
              <a:ahLst/>
              <a:cxnLst/>
              <a:rect l="l" t="t" r="r" b="b"/>
              <a:pathLst>
                <a:path w="5224" h="822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22"/>
                  </a:lnTo>
                  <a:lnTo>
                    <a:pt x="5224" y="87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1"/>
            <p:cNvSpPr/>
            <p:nvPr/>
          </p:nvSpPr>
          <p:spPr>
            <a:xfrm>
              <a:off x="3145975" y="1885080"/>
              <a:ext cx="550727" cy="86552"/>
            </a:xfrm>
            <a:custGeom>
              <a:avLst/>
              <a:gdLst/>
              <a:ahLst/>
              <a:cxnLst/>
              <a:rect l="l" t="t" r="r" b="b"/>
              <a:pathLst>
                <a:path w="5224" h="821" extrusionOk="0">
                  <a:moveTo>
                    <a:pt x="5208" y="0"/>
                  </a:moveTo>
                  <a:lnTo>
                    <a:pt x="1" y="735"/>
                  </a:lnTo>
                  <a:lnTo>
                    <a:pt x="11" y="821"/>
                  </a:lnTo>
                  <a:lnTo>
                    <a:pt x="5224" y="86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1"/>
            <p:cNvSpPr/>
            <p:nvPr/>
          </p:nvSpPr>
          <p:spPr>
            <a:xfrm>
              <a:off x="3145975" y="1928303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0"/>
                  </a:moveTo>
                  <a:lnTo>
                    <a:pt x="1" y="730"/>
                  </a:lnTo>
                  <a:lnTo>
                    <a:pt x="11" y="816"/>
                  </a:lnTo>
                  <a:lnTo>
                    <a:pt x="5224" y="82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1"/>
            <p:cNvSpPr/>
            <p:nvPr/>
          </p:nvSpPr>
          <p:spPr>
            <a:xfrm>
              <a:off x="3145975" y="1970998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0"/>
                  </a:lnTo>
                  <a:lnTo>
                    <a:pt x="11" y="816"/>
                  </a:lnTo>
                  <a:lnTo>
                    <a:pt x="5224" y="82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1"/>
            <p:cNvSpPr/>
            <p:nvPr/>
          </p:nvSpPr>
          <p:spPr>
            <a:xfrm>
              <a:off x="3145975" y="2013694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0"/>
                  </a:lnTo>
                  <a:lnTo>
                    <a:pt x="11" y="817"/>
                  </a:lnTo>
                  <a:lnTo>
                    <a:pt x="5224" y="82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1"/>
            <p:cNvSpPr/>
            <p:nvPr/>
          </p:nvSpPr>
          <p:spPr>
            <a:xfrm>
              <a:off x="3145975" y="2056495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0"/>
                  </a:lnTo>
                  <a:lnTo>
                    <a:pt x="11" y="816"/>
                  </a:lnTo>
                  <a:lnTo>
                    <a:pt x="5224" y="81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2444289" y="2828072"/>
              <a:ext cx="637174" cy="98465"/>
            </a:xfrm>
            <a:custGeom>
              <a:avLst/>
              <a:gdLst/>
              <a:ahLst/>
              <a:cxnLst/>
              <a:rect l="l" t="t" r="r" b="b"/>
              <a:pathLst>
                <a:path w="6044" h="934" extrusionOk="0">
                  <a:moveTo>
                    <a:pt x="6029" y="1"/>
                  </a:moveTo>
                  <a:lnTo>
                    <a:pt x="1" y="847"/>
                  </a:lnTo>
                  <a:lnTo>
                    <a:pt x="11" y="933"/>
                  </a:lnTo>
                  <a:lnTo>
                    <a:pt x="6044" y="82"/>
                  </a:lnTo>
                  <a:lnTo>
                    <a:pt x="6029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2444289" y="2870873"/>
              <a:ext cx="637174" cy="98359"/>
            </a:xfrm>
            <a:custGeom>
              <a:avLst/>
              <a:gdLst/>
              <a:ahLst/>
              <a:cxnLst/>
              <a:rect l="l" t="t" r="r" b="b"/>
              <a:pathLst>
                <a:path w="6044" h="933" extrusionOk="0">
                  <a:moveTo>
                    <a:pt x="6029" y="0"/>
                  </a:moveTo>
                  <a:lnTo>
                    <a:pt x="1" y="846"/>
                  </a:lnTo>
                  <a:lnTo>
                    <a:pt x="11" y="932"/>
                  </a:lnTo>
                  <a:lnTo>
                    <a:pt x="6044" y="81"/>
                  </a:lnTo>
                  <a:lnTo>
                    <a:pt x="602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2444289" y="2913569"/>
              <a:ext cx="637174" cy="98359"/>
            </a:xfrm>
            <a:custGeom>
              <a:avLst/>
              <a:gdLst/>
              <a:ahLst/>
              <a:cxnLst/>
              <a:rect l="l" t="t" r="r" b="b"/>
              <a:pathLst>
                <a:path w="6044" h="933" extrusionOk="0">
                  <a:moveTo>
                    <a:pt x="6029" y="0"/>
                  </a:moveTo>
                  <a:lnTo>
                    <a:pt x="1" y="846"/>
                  </a:lnTo>
                  <a:lnTo>
                    <a:pt x="11" y="932"/>
                  </a:lnTo>
                  <a:lnTo>
                    <a:pt x="6044" y="81"/>
                  </a:lnTo>
                  <a:lnTo>
                    <a:pt x="602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1"/>
            <p:cNvSpPr/>
            <p:nvPr/>
          </p:nvSpPr>
          <p:spPr>
            <a:xfrm>
              <a:off x="2444289" y="2956264"/>
              <a:ext cx="637174" cy="98359"/>
            </a:xfrm>
            <a:custGeom>
              <a:avLst/>
              <a:gdLst/>
              <a:ahLst/>
              <a:cxnLst/>
              <a:rect l="l" t="t" r="r" b="b"/>
              <a:pathLst>
                <a:path w="6044" h="933" extrusionOk="0">
                  <a:moveTo>
                    <a:pt x="6029" y="1"/>
                  </a:moveTo>
                  <a:lnTo>
                    <a:pt x="1" y="847"/>
                  </a:lnTo>
                  <a:lnTo>
                    <a:pt x="11" y="933"/>
                  </a:lnTo>
                  <a:lnTo>
                    <a:pt x="6044" y="82"/>
                  </a:lnTo>
                  <a:lnTo>
                    <a:pt x="6029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1"/>
            <p:cNvSpPr/>
            <p:nvPr/>
          </p:nvSpPr>
          <p:spPr>
            <a:xfrm>
              <a:off x="2444289" y="2998960"/>
              <a:ext cx="637174" cy="98359"/>
            </a:xfrm>
            <a:custGeom>
              <a:avLst/>
              <a:gdLst/>
              <a:ahLst/>
              <a:cxnLst/>
              <a:rect l="l" t="t" r="r" b="b"/>
              <a:pathLst>
                <a:path w="6044" h="933" extrusionOk="0">
                  <a:moveTo>
                    <a:pt x="6029" y="1"/>
                  </a:moveTo>
                  <a:lnTo>
                    <a:pt x="1" y="847"/>
                  </a:lnTo>
                  <a:lnTo>
                    <a:pt x="11" y="933"/>
                  </a:lnTo>
                  <a:lnTo>
                    <a:pt x="6044" y="87"/>
                  </a:lnTo>
                  <a:lnTo>
                    <a:pt x="6029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1"/>
            <p:cNvSpPr/>
            <p:nvPr/>
          </p:nvSpPr>
          <p:spPr>
            <a:xfrm>
              <a:off x="2444289" y="3041761"/>
              <a:ext cx="637174" cy="98359"/>
            </a:xfrm>
            <a:custGeom>
              <a:avLst/>
              <a:gdLst/>
              <a:ahLst/>
              <a:cxnLst/>
              <a:rect l="l" t="t" r="r" b="b"/>
              <a:pathLst>
                <a:path w="6044" h="933" extrusionOk="0">
                  <a:moveTo>
                    <a:pt x="6029" y="0"/>
                  </a:moveTo>
                  <a:lnTo>
                    <a:pt x="1" y="846"/>
                  </a:lnTo>
                  <a:lnTo>
                    <a:pt x="11" y="932"/>
                  </a:lnTo>
                  <a:lnTo>
                    <a:pt x="6044" y="86"/>
                  </a:lnTo>
                  <a:lnTo>
                    <a:pt x="6029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1"/>
            <p:cNvSpPr/>
            <p:nvPr/>
          </p:nvSpPr>
          <p:spPr>
            <a:xfrm>
              <a:off x="3145975" y="2741627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0"/>
                  </a:lnTo>
                  <a:lnTo>
                    <a:pt x="11" y="816"/>
                  </a:lnTo>
                  <a:lnTo>
                    <a:pt x="5224" y="81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1"/>
            <p:cNvSpPr/>
            <p:nvPr/>
          </p:nvSpPr>
          <p:spPr>
            <a:xfrm>
              <a:off x="3145975" y="2784322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0"/>
                  </a:lnTo>
                  <a:lnTo>
                    <a:pt x="11" y="816"/>
                  </a:lnTo>
                  <a:lnTo>
                    <a:pt x="5224" y="82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1"/>
            <p:cNvSpPr/>
            <p:nvPr/>
          </p:nvSpPr>
          <p:spPr>
            <a:xfrm>
              <a:off x="3145975" y="2827018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2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1"/>
            <p:cNvSpPr/>
            <p:nvPr/>
          </p:nvSpPr>
          <p:spPr>
            <a:xfrm>
              <a:off x="3145975" y="2869819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1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1"/>
            <p:cNvSpPr/>
            <p:nvPr/>
          </p:nvSpPr>
          <p:spPr>
            <a:xfrm>
              <a:off x="3145975" y="2912514"/>
              <a:ext cx="550727" cy="86025"/>
            </a:xfrm>
            <a:custGeom>
              <a:avLst/>
              <a:gdLst/>
              <a:ahLst/>
              <a:cxnLst/>
              <a:rect l="l" t="t" r="r" b="b"/>
              <a:pathLst>
                <a:path w="5224" h="816" extrusionOk="0">
                  <a:moveTo>
                    <a:pt x="5208" y="0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1"/>
                  </a:lnTo>
                  <a:lnTo>
                    <a:pt x="5208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1"/>
            <p:cNvSpPr/>
            <p:nvPr/>
          </p:nvSpPr>
          <p:spPr>
            <a:xfrm>
              <a:off x="3145975" y="2955210"/>
              <a:ext cx="550727" cy="86130"/>
            </a:xfrm>
            <a:custGeom>
              <a:avLst/>
              <a:gdLst/>
              <a:ahLst/>
              <a:cxnLst/>
              <a:rect l="l" t="t" r="r" b="b"/>
              <a:pathLst>
                <a:path w="5224" h="817" extrusionOk="0">
                  <a:moveTo>
                    <a:pt x="5208" y="1"/>
                  </a:moveTo>
                  <a:lnTo>
                    <a:pt x="1" y="735"/>
                  </a:lnTo>
                  <a:lnTo>
                    <a:pt x="11" y="816"/>
                  </a:lnTo>
                  <a:lnTo>
                    <a:pt x="5224" y="87"/>
                  </a:lnTo>
                  <a:lnTo>
                    <a:pt x="5208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1"/>
            <p:cNvSpPr/>
            <p:nvPr/>
          </p:nvSpPr>
          <p:spPr>
            <a:xfrm>
              <a:off x="2789861" y="2209777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0"/>
                  </a:lnTo>
                  <a:lnTo>
                    <a:pt x="10" y="486"/>
                  </a:lnTo>
                  <a:lnTo>
                    <a:pt x="2857" y="81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1"/>
            <p:cNvSpPr/>
            <p:nvPr/>
          </p:nvSpPr>
          <p:spPr>
            <a:xfrm>
              <a:off x="2789861" y="2252473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0"/>
                  </a:lnTo>
                  <a:lnTo>
                    <a:pt x="10" y="487"/>
                  </a:lnTo>
                  <a:lnTo>
                    <a:pt x="2857" y="81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1"/>
            <p:cNvSpPr/>
            <p:nvPr/>
          </p:nvSpPr>
          <p:spPr>
            <a:xfrm>
              <a:off x="2789861" y="2295168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1"/>
                  </a:moveTo>
                  <a:lnTo>
                    <a:pt x="0" y="401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1"/>
            <p:cNvSpPr/>
            <p:nvPr/>
          </p:nvSpPr>
          <p:spPr>
            <a:xfrm>
              <a:off x="2789861" y="2337864"/>
              <a:ext cx="301298" cy="51446"/>
            </a:xfrm>
            <a:custGeom>
              <a:avLst/>
              <a:gdLst/>
              <a:ahLst/>
              <a:cxnLst/>
              <a:rect l="l" t="t" r="r" b="b"/>
              <a:pathLst>
                <a:path w="2858" h="488" extrusionOk="0">
                  <a:moveTo>
                    <a:pt x="2847" y="1"/>
                  </a:moveTo>
                  <a:lnTo>
                    <a:pt x="0" y="401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1"/>
            <p:cNvSpPr/>
            <p:nvPr/>
          </p:nvSpPr>
          <p:spPr>
            <a:xfrm>
              <a:off x="2789861" y="2380665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0"/>
                  </a:lnTo>
                  <a:lnTo>
                    <a:pt x="10" y="486"/>
                  </a:lnTo>
                  <a:lnTo>
                    <a:pt x="2857" y="86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1"/>
            <p:cNvSpPr/>
            <p:nvPr/>
          </p:nvSpPr>
          <p:spPr>
            <a:xfrm>
              <a:off x="2789861" y="2423360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0"/>
                  </a:lnTo>
                  <a:lnTo>
                    <a:pt x="10" y="487"/>
                  </a:lnTo>
                  <a:lnTo>
                    <a:pt x="2857" y="86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1"/>
            <p:cNvSpPr/>
            <p:nvPr/>
          </p:nvSpPr>
          <p:spPr>
            <a:xfrm>
              <a:off x="2789861" y="2466056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1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2789861" y="2508751"/>
              <a:ext cx="301298" cy="51446"/>
            </a:xfrm>
            <a:custGeom>
              <a:avLst/>
              <a:gdLst/>
              <a:ahLst/>
              <a:cxnLst/>
              <a:rect l="l" t="t" r="r" b="b"/>
              <a:pathLst>
                <a:path w="2858" h="488" extrusionOk="0">
                  <a:moveTo>
                    <a:pt x="2847" y="1"/>
                  </a:moveTo>
                  <a:lnTo>
                    <a:pt x="0" y="401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2789861" y="2551447"/>
              <a:ext cx="301298" cy="51446"/>
            </a:xfrm>
            <a:custGeom>
              <a:avLst/>
              <a:gdLst/>
              <a:ahLst/>
              <a:cxnLst/>
              <a:rect l="l" t="t" r="r" b="b"/>
              <a:pathLst>
                <a:path w="2858" h="488" extrusionOk="0">
                  <a:moveTo>
                    <a:pt x="2847" y="1"/>
                  </a:moveTo>
                  <a:lnTo>
                    <a:pt x="0" y="401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" name="Google Shape;107;p1"/>
            <p:cNvSpPr/>
            <p:nvPr/>
          </p:nvSpPr>
          <p:spPr>
            <a:xfrm>
              <a:off x="2789861" y="2594248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5"/>
                  </a:lnTo>
                  <a:lnTo>
                    <a:pt x="10" y="487"/>
                  </a:lnTo>
                  <a:lnTo>
                    <a:pt x="2857" y="86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1"/>
            <p:cNvSpPr/>
            <p:nvPr/>
          </p:nvSpPr>
          <p:spPr>
            <a:xfrm>
              <a:off x="2789861" y="2636944"/>
              <a:ext cx="301298" cy="51341"/>
            </a:xfrm>
            <a:custGeom>
              <a:avLst/>
              <a:gdLst/>
              <a:ahLst/>
              <a:cxnLst/>
              <a:rect l="l" t="t" r="r" b="b"/>
              <a:pathLst>
                <a:path w="2858" h="487" extrusionOk="0">
                  <a:moveTo>
                    <a:pt x="2847" y="0"/>
                  </a:moveTo>
                  <a:lnTo>
                    <a:pt x="0" y="406"/>
                  </a:lnTo>
                  <a:lnTo>
                    <a:pt x="10" y="487"/>
                  </a:lnTo>
                  <a:lnTo>
                    <a:pt x="2857" y="87"/>
                  </a:lnTo>
                  <a:lnTo>
                    <a:pt x="2847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1"/>
            <p:cNvSpPr/>
            <p:nvPr/>
          </p:nvSpPr>
          <p:spPr>
            <a:xfrm>
              <a:off x="2444816" y="2258271"/>
              <a:ext cx="300770" cy="50919"/>
            </a:xfrm>
            <a:custGeom>
              <a:avLst/>
              <a:gdLst/>
              <a:ahLst/>
              <a:cxnLst/>
              <a:rect l="l" t="t" r="r" b="b"/>
              <a:pathLst>
                <a:path w="2853" h="483" extrusionOk="0">
                  <a:moveTo>
                    <a:pt x="2843" y="1"/>
                  </a:moveTo>
                  <a:lnTo>
                    <a:pt x="1" y="401"/>
                  </a:lnTo>
                  <a:lnTo>
                    <a:pt x="11" y="482"/>
                  </a:lnTo>
                  <a:lnTo>
                    <a:pt x="2853" y="82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1"/>
            <p:cNvSpPr/>
            <p:nvPr/>
          </p:nvSpPr>
          <p:spPr>
            <a:xfrm>
              <a:off x="2444816" y="2301072"/>
              <a:ext cx="300770" cy="50814"/>
            </a:xfrm>
            <a:custGeom>
              <a:avLst/>
              <a:gdLst/>
              <a:ahLst/>
              <a:cxnLst/>
              <a:rect l="l" t="t" r="r" b="b"/>
              <a:pathLst>
                <a:path w="2853" h="482" extrusionOk="0">
                  <a:moveTo>
                    <a:pt x="2843" y="0"/>
                  </a:moveTo>
                  <a:lnTo>
                    <a:pt x="1" y="400"/>
                  </a:lnTo>
                  <a:lnTo>
                    <a:pt x="11" y="481"/>
                  </a:lnTo>
                  <a:lnTo>
                    <a:pt x="2853" y="81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1"/>
            <p:cNvSpPr/>
            <p:nvPr/>
          </p:nvSpPr>
          <p:spPr>
            <a:xfrm>
              <a:off x="2444816" y="2343767"/>
              <a:ext cx="300770" cy="50814"/>
            </a:xfrm>
            <a:custGeom>
              <a:avLst/>
              <a:gdLst/>
              <a:ahLst/>
              <a:cxnLst/>
              <a:rect l="l" t="t" r="r" b="b"/>
              <a:pathLst>
                <a:path w="2853" h="482" extrusionOk="0">
                  <a:moveTo>
                    <a:pt x="2843" y="0"/>
                  </a:moveTo>
                  <a:lnTo>
                    <a:pt x="1" y="401"/>
                  </a:lnTo>
                  <a:lnTo>
                    <a:pt x="11" y="482"/>
                  </a:lnTo>
                  <a:lnTo>
                    <a:pt x="2853" y="87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" name="Google Shape;112;p1"/>
            <p:cNvSpPr/>
            <p:nvPr/>
          </p:nvSpPr>
          <p:spPr>
            <a:xfrm>
              <a:off x="2444816" y="2386463"/>
              <a:ext cx="300770" cy="51446"/>
            </a:xfrm>
            <a:custGeom>
              <a:avLst/>
              <a:gdLst/>
              <a:ahLst/>
              <a:cxnLst/>
              <a:rect l="l" t="t" r="r" b="b"/>
              <a:pathLst>
                <a:path w="2853" h="488" extrusionOk="0">
                  <a:moveTo>
                    <a:pt x="2843" y="1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" name="Google Shape;113;p1"/>
            <p:cNvSpPr/>
            <p:nvPr/>
          </p:nvSpPr>
          <p:spPr>
            <a:xfrm>
              <a:off x="2444816" y="2429158"/>
              <a:ext cx="300770" cy="51446"/>
            </a:xfrm>
            <a:custGeom>
              <a:avLst/>
              <a:gdLst/>
              <a:ahLst/>
              <a:cxnLst/>
              <a:rect l="l" t="t" r="r" b="b"/>
              <a:pathLst>
                <a:path w="2853" h="488" extrusionOk="0">
                  <a:moveTo>
                    <a:pt x="2843" y="1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1"/>
            <p:cNvSpPr/>
            <p:nvPr/>
          </p:nvSpPr>
          <p:spPr>
            <a:xfrm>
              <a:off x="2444816" y="2471959"/>
              <a:ext cx="300770" cy="51341"/>
            </a:xfrm>
            <a:custGeom>
              <a:avLst/>
              <a:gdLst/>
              <a:ahLst/>
              <a:cxnLst/>
              <a:rect l="l" t="t" r="r" b="b"/>
              <a:pathLst>
                <a:path w="2853" h="487" extrusionOk="0">
                  <a:moveTo>
                    <a:pt x="2843" y="0"/>
                  </a:moveTo>
                  <a:lnTo>
                    <a:pt x="1" y="400"/>
                  </a:lnTo>
                  <a:lnTo>
                    <a:pt x="11" y="487"/>
                  </a:lnTo>
                  <a:lnTo>
                    <a:pt x="2853" y="86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1"/>
            <p:cNvSpPr/>
            <p:nvPr/>
          </p:nvSpPr>
          <p:spPr>
            <a:xfrm>
              <a:off x="2444816" y="2514655"/>
              <a:ext cx="300770" cy="51341"/>
            </a:xfrm>
            <a:custGeom>
              <a:avLst/>
              <a:gdLst/>
              <a:ahLst/>
              <a:cxnLst/>
              <a:rect l="l" t="t" r="r" b="b"/>
              <a:pathLst>
                <a:path w="2853" h="487" extrusionOk="0">
                  <a:moveTo>
                    <a:pt x="2843" y="0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1"/>
            <p:cNvSpPr/>
            <p:nvPr/>
          </p:nvSpPr>
          <p:spPr>
            <a:xfrm>
              <a:off x="2444816" y="2557351"/>
              <a:ext cx="300770" cy="51341"/>
            </a:xfrm>
            <a:custGeom>
              <a:avLst/>
              <a:gdLst/>
              <a:ahLst/>
              <a:cxnLst/>
              <a:rect l="l" t="t" r="r" b="b"/>
              <a:pathLst>
                <a:path w="2853" h="487" extrusionOk="0">
                  <a:moveTo>
                    <a:pt x="2843" y="1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1"/>
            <p:cNvSpPr/>
            <p:nvPr/>
          </p:nvSpPr>
          <p:spPr>
            <a:xfrm>
              <a:off x="2444816" y="2600046"/>
              <a:ext cx="300770" cy="51446"/>
            </a:xfrm>
            <a:custGeom>
              <a:avLst/>
              <a:gdLst/>
              <a:ahLst/>
              <a:cxnLst/>
              <a:rect l="l" t="t" r="r" b="b"/>
              <a:pathLst>
                <a:path w="2853" h="488" extrusionOk="0">
                  <a:moveTo>
                    <a:pt x="2843" y="1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1"/>
            <p:cNvSpPr/>
            <p:nvPr/>
          </p:nvSpPr>
          <p:spPr>
            <a:xfrm>
              <a:off x="2444816" y="2642847"/>
              <a:ext cx="300770" cy="51341"/>
            </a:xfrm>
            <a:custGeom>
              <a:avLst/>
              <a:gdLst/>
              <a:ahLst/>
              <a:cxnLst/>
              <a:rect l="l" t="t" r="r" b="b"/>
              <a:pathLst>
                <a:path w="2853" h="487" extrusionOk="0">
                  <a:moveTo>
                    <a:pt x="2843" y="0"/>
                  </a:moveTo>
                  <a:lnTo>
                    <a:pt x="1" y="400"/>
                  </a:lnTo>
                  <a:lnTo>
                    <a:pt x="11" y="486"/>
                  </a:lnTo>
                  <a:lnTo>
                    <a:pt x="2853" y="86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1"/>
            <p:cNvSpPr/>
            <p:nvPr/>
          </p:nvSpPr>
          <p:spPr>
            <a:xfrm>
              <a:off x="2444816" y="2685543"/>
              <a:ext cx="300770" cy="51341"/>
            </a:xfrm>
            <a:custGeom>
              <a:avLst/>
              <a:gdLst/>
              <a:ahLst/>
              <a:cxnLst/>
              <a:rect l="l" t="t" r="r" b="b"/>
              <a:pathLst>
                <a:path w="2853" h="487" extrusionOk="0">
                  <a:moveTo>
                    <a:pt x="2843" y="0"/>
                  </a:moveTo>
                  <a:lnTo>
                    <a:pt x="1" y="401"/>
                  </a:lnTo>
                  <a:lnTo>
                    <a:pt x="11" y="487"/>
                  </a:lnTo>
                  <a:lnTo>
                    <a:pt x="2853" y="87"/>
                  </a:lnTo>
                  <a:lnTo>
                    <a:pt x="2843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1"/>
            <p:cNvSpPr/>
            <p:nvPr/>
          </p:nvSpPr>
          <p:spPr>
            <a:xfrm>
              <a:off x="2731036" y="1458335"/>
              <a:ext cx="140634" cy="164565"/>
            </a:xfrm>
            <a:custGeom>
              <a:avLst/>
              <a:gdLst/>
              <a:ahLst/>
              <a:cxnLst/>
              <a:rect l="l" t="t" r="r" b="b"/>
              <a:pathLst>
                <a:path w="1334" h="1561" extrusionOk="0">
                  <a:moveTo>
                    <a:pt x="1333" y="1"/>
                  </a:moveTo>
                  <a:lnTo>
                    <a:pt x="923" y="62"/>
                  </a:lnTo>
                  <a:lnTo>
                    <a:pt x="923" y="766"/>
                  </a:lnTo>
                  <a:lnTo>
                    <a:pt x="381" y="138"/>
                  </a:lnTo>
                  <a:lnTo>
                    <a:pt x="1" y="188"/>
                  </a:lnTo>
                  <a:lnTo>
                    <a:pt x="1" y="1561"/>
                  </a:lnTo>
                  <a:lnTo>
                    <a:pt x="411" y="1505"/>
                  </a:lnTo>
                  <a:lnTo>
                    <a:pt x="411" y="801"/>
                  </a:lnTo>
                  <a:lnTo>
                    <a:pt x="953" y="1429"/>
                  </a:lnTo>
                  <a:lnTo>
                    <a:pt x="1333" y="1374"/>
                  </a:lnTo>
                  <a:lnTo>
                    <a:pt x="1333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1"/>
            <p:cNvSpPr/>
            <p:nvPr/>
          </p:nvSpPr>
          <p:spPr>
            <a:xfrm>
              <a:off x="2900870" y="1437040"/>
              <a:ext cx="124609" cy="161929"/>
            </a:xfrm>
            <a:custGeom>
              <a:avLst/>
              <a:gdLst/>
              <a:ahLst/>
              <a:cxnLst/>
              <a:rect l="l" t="t" r="r" b="b"/>
              <a:pathLst>
                <a:path w="1182" h="1536" extrusionOk="0">
                  <a:moveTo>
                    <a:pt x="1166" y="0"/>
                  </a:moveTo>
                  <a:lnTo>
                    <a:pt x="1" y="162"/>
                  </a:lnTo>
                  <a:lnTo>
                    <a:pt x="1" y="1535"/>
                  </a:lnTo>
                  <a:lnTo>
                    <a:pt x="1181" y="1373"/>
                  </a:lnTo>
                  <a:lnTo>
                    <a:pt x="1181" y="1028"/>
                  </a:lnTo>
                  <a:lnTo>
                    <a:pt x="457" y="1130"/>
                  </a:lnTo>
                  <a:lnTo>
                    <a:pt x="457" y="958"/>
                  </a:lnTo>
                  <a:lnTo>
                    <a:pt x="1100" y="866"/>
                  </a:lnTo>
                  <a:lnTo>
                    <a:pt x="1100" y="522"/>
                  </a:lnTo>
                  <a:lnTo>
                    <a:pt x="457" y="613"/>
                  </a:lnTo>
                  <a:lnTo>
                    <a:pt x="457" y="446"/>
                  </a:lnTo>
                  <a:lnTo>
                    <a:pt x="1166" y="345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1"/>
            <p:cNvSpPr/>
            <p:nvPr/>
          </p:nvSpPr>
          <p:spPr>
            <a:xfrm>
              <a:off x="3030644" y="1402251"/>
              <a:ext cx="239942" cy="172050"/>
            </a:xfrm>
            <a:custGeom>
              <a:avLst/>
              <a:gdLst/>
              <a:ahLst/>
              <a:cxnLst/>
              <a:rect l="l" t="t" r="r" b="b"/>
              <a:pathLst>
                <a:path w="2276" h="1632" extrusionOk="0">
                  <a:moveTo>
                    <a:pt x="2275" y="1"/>
                  </a:moveTo>
                  <a:lnTo>
                    <a:pt x="1814" y="67"/>
                  </a:lnTo>
                  <a:lnTo>
                    <a:pt x="1596" y="999"/>
                  </a:lnTo>
                  <a:lnTo>
                    <a:pt x="1374" y="128"/>
                  </a:lnTo>
                  <a:lnTo>
                    <a:pt x="928" y="188"/>
                  </a:lnTo>
                  <a:lnTo>
                    <a:pt x="710" y="1120"/>
                  </a:lnTo>
                  <a:lnTo>
                    <a:pt x="487" y="254"/>
                  </a:lnTo>
                  <a:lnTo>
                    <a:pt x="1" y="320"/>
                  </a:lnTo>
                  <a:lnTo>
                    <a:pt x="462" y="1632"/>
                  </a:lnTo>
                  <a:lnTo>
                    <a:pt x="928" y="1566"/>
                  </a:lnTo>
                  <a:lnTo>
                    <a:pt x="1140" y="715"/>
                  </a:lnTo>
                  <a:lnTo>
                    <a:pt x="1343" y="1505"/>
                  </a:lnTo>
                  <a:lnTo>
                    <a:pt x="1814" y="1440"/>
                  </a:lnTo>
                  <a:lnTo>
                    <a:pt x="2275" y="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1"/>
            <p:cNvSpPr/>
            <p:nvPr/>
          </p:nvSpPr>
          <p:spPr>
            <a:xfrm>
              <a:off x="3283761" y="1385595"/>
              <a:ext cx="134203" cy="153495"/>
            </a:xfrm>
            <a:custGeom>
              <a:avLst/>
              <a:gdLst/>
              <a:ahLst/>
              <a:cxnLst/>
              <a:rect l="l" t="t" r="r" b="b"/>
              <a:pathLst>
                <a:path w="1273" h="1456" extrusionOk="0">
                  <a:moveTo>
                    <a:pt x="836" y="1"/>
                  </a:moveTo>
                  <a:cubicBezTo>
                    <a:pt x="782" y="1"/>
                    <a:pt x="728" y="4"/>
                    <a:pt x="675" y="12"/>
                  </a:cubicBezTo>
                  <a:cubicBezTo>
                    <a:pt x="558" y="27"/>
                    <a:pt x="457" y="63"/>
                    <a:pt x="366" y="108"/>
                  </a:cubicBezTo>
                  <a:cubicBezTo>
                    <a:pt x="279" y="159"/>
                    <a:pt x="209" y="220"/>
                    <a:pt x="163" y="296"/>
                  </a:cubicBezTo>
                  <a:cubicBezTo>
                    <a:pt x="112" y="372"/>
                    <a:pt x="87" y="453"/>
                    <a:pt x="87" y="544"/>
                  </a:cubicBezTo>
                  <a:cubicBezTo>
                    <a:pt x="87" y="640"/>
                    <a:pt x="112" y="711"/>
                    <a:pt x="158" y="762"/>
                  </a:cubicBezTo>
                  <a:cubicBezTo>
                    <a:pt x="209" y="812"/>
                    <a:pt x="259" y="843"/>
                    <a:pt x="325" y="863"/>
                  </a:cubicBezTo>
                  <a:cubicBezTo>
                    <a:pt x="391" y="878"/>
                    <a:pt x="472" y="893"/>
                    <a:pt x="568" y="904"/>
                  </a:cubicBezTo>
                  <a:cubicBezTo>
                    <a:pt x="649" y="914"/>
                    <a:pt x="705" y="924"/>
                    <a:pt x="740" y="939"/>
                  </a:cubicBezTo>
                  <a:cubicBezTo>
                    <a:pt x="781" y="949"/>
                    <a:pt x="801" y="969"/>
                    <a:pt x="801" y="1005"/>
                  </a:cubicBezTo>
                  <a:cubicBezTo>
                    <a:pt x="801" y="1030"/>
                    <a:pt x="791" y="1050"/>
                    <a:pt x="771" y="1066"/>
                  </a:cubicBezTo>
                  <a:cubicBezTo>
                    <a:pt x="751" y="1081"/>
                    <a:pt x="725" y="1091"/>
                    <a:pt x="690" y="1096"/>
                  </a:cubicBezTo>
                  <a:cubicBezTo>
                    <a:pt x="671" y="1099"/>
                    <a:pt x="652" y="1100"/>
                    <a:pt x="632" y="1100"/>
                  </a:cubicBezTo>
                  <a:cubicBezTo>
                    <a:pt x="573" y="1100"/>
                    <a:pt x="505" y="1089"/>
                    <a:pt x="426" y="1071"/>
                  </a:cubicBezTo>
                  <a:cubicBezTo>
                    <a:pt x="325" y="1040"/>
                    <a:pt x="234" y="1000"/>
                    <a:pt x="168" y="949"/>
                  </a:cubicBezTo>
                  <a:lnTo>
                    <a:pt x="1" y="1319"/>
                  </a:lnTo>
                  <a:cubicBezTo>
                    <a:pt x="87" y="1375"/>
                    <a:pt x="193" y="1415"/>
                    <a:pt x="320" y="1435"/>
                  </a:cubicBezTo>
                  <a:cubicBezTo>
                    <a:pt x="388" y="1450"/>
                    <a:pt x="457" y="1456"/>
                    <a:pt x="525" y="1456"/>
                  </a:cubicBezTo>
                  <a:cubicBezTo>
                    <a:pt x="579" y="1456"/>
                    <a:pt x="632" y="1452"/>
                    <a:pt x="685" y="1446"/>
                  </a:cubicBezTo>
                  <a:cubicBezTo>
                    <a:pt x="791" y="1430"/>
                    <a:pt x="892" y="1400"/>
                    <a:pt x="978" y="1354"/>
                  </a:cubicBezTo>
                  <a:cubicBezTo>
                    <a:pt x="1065" y="1309"/>
                    <a:pt x="1136" y="1248"/>
                    <a:pt x="1186" y="1177"/>
                  </a:cubicBezTo>
                  <a:cubicBezTo>
                    <a:pt x="1237" y="1101"/>
                    <a:pt x="1262" y="1015"/>
                    <a:pt x="1262" y="914"/>
                  </a:cubicBezTo>
                  <a:cubicBezTo>
                    <a:pt x="1262" y="817"/>
                    <a:pt x="1242" y="741"/>
                    <a:pt x="1191" y="691"/>
                  </a:cubicBezTo>
                  <a:cubicBezTo>
                    <a:pt x="1146" y="640"/>
                    <a:pt x="1085" y="600"/>
                    <a:pt x="1019" y="584"/>
                  </a:cubicBezTo>
                  <a:cubicBezTo>
                    <a:pt x="958" y="564"/>
                    <a:pt x="877" y="549"/>
                    <a:pt x="776" y="534"/>
                  </a:cubicBezTo>
                  <a:cubicBezTo>
                    <a:pt x="700" y="524"/>
                    <a:pt x="644" y="513"/>
                    <a:pt x="604" y="503"/>
                  </a:cubicBezTo>
                  <a:cubicBezTo>
                    <a:pt x="568" y="493"/>
                    <a:pt x="553" y="468"/>
                    <a:pt x="553" y="437"/>
                  </a:cubicBezTo>
                  <a:cubicBezTo>
                    <a:pt x="553" y="397"/>
                    <a:pt x="583" y="372"/>
                    <a:pt x="639" y="367"/>
                  </a:cubicBezTo>
                  <a:cubicBezTo>
                    <a:pt x="658" y="363"/>
                    <a:pt x="678" y="362"/>
                    <a:pt x="701" y="362"/>
                  </a:cubicBezTo>
                  <a:cubicBezTo>
                    <a:pt x="747" y="362"/>
                    <a:pt x="801" y="368"/>
                    <a:pt x="862" y="382"/>
                  </a:cubicBezTo>
                  <a:cubicBezTo>
                    <a:pt x="953" y="402"/>
                    <a:pt x="1034" y="427"/>
                    <a:pt x="1110" y="463"/>
                  </a:cubicBezTo>
                  <a:lnTo>
                    <a:pt x="1272" y="93"/>
                  </a:lnTo>
                  <a:cubicBezTo>
                    <a:pt x="1196" y="53"/>
                    <a:pt x="1105" y="27"/>
                    <a:pt x="994" y="12"/>
                  </a:cubicBezTo>
                  <a:cubicBezTo>
                    <a:pt x="943" y="4"/>
                    <a:pt x="890" y="1"/>
                    <a:pt x="836" y="1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1"/>
            <p:cNvSpPr/>
            <p:nvPr/>
          </p:nvSpPr>
          <p:spPr>
            <a:xfrm>
              <a:off x="2444816" y="1625533"/>
              <a:ext cx="235619" cy="41747"/>
            </a:xfrm>
            <a:custGeom>
              <a:avLst/>
              <a:gdLst/>
              <a:ahLst/>
              <a:cxnLst/>
              <a:rect l="l" t="t" r="r" b="b"/>
              <a:pathLst>
                <a:path w="2235" h="396" extrusionOk="0">
                  <a:moveTo>
                    <a:pt x="2220" y="0"/>
                  </a:moveTo>
                  <a:lnTo>
                    <a:pt x="1" y="314"/>
                  </a:lnTo>
                  <a:lnTo>
                    <a:pt x="11" y="395"/>
                  </a:lnTo>
                  <a:lnTo>
                    <a:pt x="2235" y="86"/>
                  </a:lnTo>
                  <a:lnTo>
                    <a:pt x="222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1"/>
            <p:cNvSpPr/>
            <p:nvPr/>
          </p:nvSpPr>
          <p:spPr>
            <a:xfrm>
              <a:off x="3451486" y="1482898"/>
              <a:ext cx="245213" cy="42907"/>
            </a:xfrm>
            <a:custGeom>
              <a:avLst/>
              <a:gdLst/>
              <a:ahLst/>
              <a:cxnLst/>
              <a:rect l="l" t="t" r="r" b="b"/>
              <a:pathLst>
                <a:path w="2326" h="407" extrusionOk="0">
                  <a:moveTo>
                    <a:pt x="2310" y="1"/>
                  </a:moveTo>
                  <a:lnTo>
                    <a:pt x="0" y="325"/>
                  </a:lnTo>
                  <a:lnTo>
                    <a:pt x="11" y="406"/>
                  </a:lnTo>
                  <a:lnTo>
                    <a:pt x="2326" y="82"/>
                  </a:lnTo>
                  <a:lnTo>
                    <a:pt x="231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1"/>
            <p:cNvSpPr/>
            <p:nvPr/>
          </p:nvSpPr>
          <p:spPr>
            <a:xfrm>
              <a:off x="2444816" y="1287975"/>
              <a:ext cx="1251892" cy="184911"/>
            </a:xfrm>
            <a:custGeom>
              <a:avLst/>
              <a:gdLst/>
              <a:ahLst/>
              <a:cxnLst/>
              <a:rect l="l" t="t" r="r" b="b"/>
              <a:pathLst>
                <a:path w="11875" h="1754" extrusionOk="0">
                  <a:moveTo>
                    <a:pt x="11859" y="1"/>
                  </a:moveTo>
                  <a:lnTo>
                    <a:pt x="1" y="1667"/>
                  </a:lnTo>
                  <a:lnTo>
                    <a:pt x="11" y="1754"/>
                  </a:lnTo>
                  <a:lnTo>
                    <a:pt x="11875" y="82"/>
                  </a:lnTo>
                  <a:lnTo>
                    <a:pt x="11859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1"/>
            <p:cNvSpPr/>
            <p:nvPr/>
          </p:nvSpPr>
          <p:spPr>
            <a:xfrm>
              <a:off x="2445344" y="3400087"/>
              <a:ext cx="364340" cy="83389"/>
            </a:xfrm>
            <a:custGeom>
              <a:avLst/>
              <a:gdLst/>
              <a:ahLst/>
              <a:cxnLst/>
              <a:rect l="l" t="t" r="r" b="b"/>
              <a:pathLst>
                <a:path w="3456" h="791" extrusionOk="0">
                  <a:moveTo>
                    <a:pt x="3456" y="0"/>
                  </a:moveTo>
                  <a:lnTo>
                    <a:pt x="1" y="486"/>
                  </a:lnTo>
                  <a:lnTo>
                    <a:pt x="1" y="790"/>
                  </a:lnTo>
                  <a:lnTo>
                    <a:pt x="3456" y="304"/>
                  </a:lnTo>
                  <a:lnTo>
                    <a:pt x="345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1"/>
            <p:cNvSpPr/>
            <p:nvPr/>
          </p:nvSpPr>
          <p:spPr>
            <a:xfrm>
              <a:off x="3331306" y="3275585"/>
              <a:ext cx="364340" cy="83495"/>
            </a:xfrm>
            <a:custGeom>
              <a:avLst/>
              <a:gdLst/>
              <a:ahLst/>
              <a:cxnLst/>
              <a:rect l="l" t="t" r="r" b="b"/>
              <a:pathLst>
                <a:path w="3456" h="792" extrusionOk="0">
                  <a:moveTo>
                    <a:pt x="3455" y="1"/>
                  </a:moveTo>
                  <a:lnTo>
                    <a:pt x="1" y="487"/>
                  </a:lnTo>
                  <a:lnTo>
                    <a:pt x="1" y="791"/>
                  </a:lnTo>
                  <a:lnTo>
                    <a:pt x="3455" y="305"/>
                  </a:lnTo>
                  <a:lnTo>
                    <a:pt x="345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1"/>
            <p:cNvSpPr/>
            <p:nvPr/>
          </p:nvSpPr>
          <p:spPr>
            <a:xfrm>
              <a:off x="2599154" y="2244988"/>
              <a:ext cx="240996" cy="327442"/>
            </a:xfrm>
            <a:custGeom>
              <a:avLst/>
              <a:gdLst/>
              <a:ahLst/>
              <a:cxnLst/>
              <a:rect l="l" t="t" r="r" b="b"/>
              <a:pathLst>
                <a:path w="2286" h="3106" extrusionOk="0">
                  <a:moveTo>
                    <a:pt x="1591" y="0"/>
                  </a:moveTo>
                  <a:lnTo>
                    <a:pt x="1" y="1150"/>
                  </a:lnTo>
                  <a:lnTo>
                    <a:pt x="1166" y="3106"/>
                  </a:lnTo>
                  <a:lnTo>
                    <a:pt x="1774" y="2665"/>
                  </a:lnTo>
                  <a:lnTo>
                    <a:pt x="1374" y="1991"/>
                  </a:lnTo>
                  <a:lnTo>
                    <a:pt x="2285" y="1333"/>
                  </a:lnTo>
                  <a:lnTo>
                    <a:pt x="2017" y="887"/>
                  </a:lnTo>
                  <a:lnTo>
                    <a:pt x="1105" y="1545"/>
                  </a:lnTo>
                  <a:lnTo>
                    <a:pt x="872" y="1155"/>
                  </a:lnTo>
                  <a:lnTo>
                    <a:pt x="1855" y="446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1"/>
            <p:cNvSpPr/>
            <p:nvPr/>
          </p:nvSpPr>
          <p:spPr>
            <a:xfrm>
              <a:off x="2866186" y="2124808"/>
              <a:ext cx="278315" cy="320484"/>
            </a:xfrm>
            <a:custGeom>
              <a:avLst/>
              <a:gdLst/>
              <a:ahLst/>
              <a:cxnLst/>
              <a:rect l="l" t="t" r="r" b="b"/>
              <a:pathLst>
                <a:path w="2640" h="3040" extrusionOk="0">
                  <a:moveTo>
                    <a:pt x="644" y="816"/>
                  </a:moveTo>
                  <a:lnTo>
                    <a:pt x="1267" y="1277"/>
                  </a:lnTo>
                  <a:lnTo>
                    <a:pt x="770" y="1637"/>
                  </a:lnTo>
                  <a:lnTo>
                    <a:pt x="644" y="816"/>
                  </a:lnTo>
                  <a:close/>
                  <a:moveTo>
                    <a:pt x="629" y="1"/>
                  </a:moveTo>
                  <a:lnTo>
                    <a:pt x="1" y="451"/>
                  </a:lnTo>
                  <a:lnTo>
                    <a:pt x="294" y="3040"/>
                  </a:lnTo>
                  <a:lnTo>
                    <a:pt x="917" y="2584"/>
                  </a:lnTo>
                  <a:lnTo>
                    <a:pt x="857" y="2184"/>
                  </a:lnTo>
                  <a:lnTo>
                    <a:pt x="1682" y="1586"/>
                  </a:lnTo>
                  <a:lnTo>
                    <a:pt x="1986" y="1809"/>
                  </a:lnTo>
                  <a:lnTo>
                    <a:pt x="2640" y="1338"/>
                  </a:lnTo>
                  <a:lnTo>
                    <a:pt x="629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1"/>
            <p:cNvSpPr/>
            <p:nvPr/>
          </p:nvSpPr>
          <p:spPr>
            <a:xfrm>
              <a:off x="3043505" y="1891405"/>
              <a:ext cx="338090" cy="358437"/>
            </a:xfrm>
            <a:custGeom>
              <a:avLst/>
              <a:gdLst/>
              <a:ahLst/>
              <a:cxnLst/>
              <a:rect l="l" t="t" r="r" b="b"/>
              <a:pathLst>
                <a:path w="3207" h="3400" extrusionOk="0">
                  <a:moveTo>
                    <a:pt x="1996" y="1"/>
                  </a:moveTo>
                  <a:lnTo>
                    <a:pt x="1292" y="508"/>
                  </a:lnTo>
                  <a:lnTo>
                    <a:pt x="1074" y="1789"/>
                  </a:lnTo>
                  <a:lnTo>
                    <a:pt x="608" y="1009"/>
                  </a:lnTo>
                  <a:lnTo>
                    <a:pt x="0" y="1450"/>
                  </a:lnTo>
                  <a:lnTo>
                    <a:pt x="1165" y="3400"/>
                  </a:lnTo>
                  <a:lnTo>
                    <a:pt x="1773" y="2959"/>
                  </a:lnTo>
                  <a:lnTo>
                    <a:pt x="1485" y="2483"/>
                  </a:lnTo>
                  <a:lnTo>
                    <a:pt x="1571" y="2078"/>
                  </a:lnTo>
                  <a:lnTo>
                    <a:pt x="2477" y="2448"/>
                  </a:lnTo>
                  <a:lnTo>
                    <a:pt x="3207" y="1916"/>
                  </a:lnTo>
                  <a:lnTo>
                    <a:pt x="1723" y="1333"/>
                  </a:lnTo>
                  <a:lnTo>
                    <a:pt x="199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1"/>
            <p:cNvSpPr/>
            <p:nvPr/>
          </p:nvSpPr>
          <p:spPr>
            <a:xfrm>
              <a:off x="3281125" y="1742972"/>
              <a:ext cx="302879" cy="334400"/>
            </a:xfrm>
            <a:custGeom>
              <a:avLst/>
              <a:gdLst/>
              <a:ahLst/>
              <a:cxnLst/>
              <a:rect l="l" t="t" r="r" b="b"/>
              <a:pathLst>
                <a:path w="2873" h="3172" extrusionOk="0">
                  <a:moveTo>
                    <a:pt x="1677" y="1"/>
                  </a:moveTo>
                  <a:lnTo>
                    <a:pt x="0" y="1216"/>
                  </a:lnTo>
                  <a:lnTo>
                    <a:pt x="1166" y="3172"/>
                  </a:lnTo>
                  <a:lnTo>
                    <a:pt x="2873" y="1936"/>
                  </a:lnTo>
                  <a:lnTo>
                    <a:pt x="2604" y="1490"/>
                  </a:lnTo>
                  <a:lnTo>
                    <a:pt x="1510" y="2285"/>
                  </a:lnTo>
                  <a:lnTo>
                    <a:pt x="1323" y="1976"/>
                  </a:lnTo>
                  <a:lnTo>
                    <a:pt x="2295" y="1272"/>
                  </a:lnTo>
                  <a:lnTo>
                    <a:pt x="2027" y="826"/>
                  </a:lnTo>
                  <a:lnTo>
                    <a:pt x="1059" y="1531"/>
                  </a:lnTo>
                  <a:lnTo>
                    <a:pt x="877" y="1222"/>
                  </a:lnTo>
                  <a:lnTo>
                    <a:pt x="1946" y="446"/>
                  </a:lnTo>
                  <a:lnTo>
                    <a:pt x="167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1"/>
            <p:cNvSpPr/>
            <p:nvPr/>
          </p:nvSpPr>
          <p:spPr>
            <a:xfrm>
              <a:off x="2528205" y="1677506"/>
              <a:ext cx="1124753" cy="964194"/>
            </a:xfrm>
            <a:custGeom>
              <a:avLst/>
              <a:gdLst/>
              <a:ahLst/>
              <a:cxnLst/>
              <a:rect l="l" t="t" r="r" b="b"/>
              <a:pathLst>
                <a:path w="10669" h="9146" extrusionOk="0">
                  <a:moveTo>
                    <a:pt x="8919" y="92"/>
                  </a:moveTo>
                  <a:cubicBezTo>
                    <a:pt x="8940" y="92"/>
                    <a:pt x="8961" y="94"/>
                    <a:pt x="8981" y="100"/>
                  </a:cubicBezTo>
                  <a:cubicBezTo>
                    <a:pt x="9072" y="115"/>
                    <a:pt x="9143" y="166"/>
                    <a:pt x="9189" y="247"/>
                  </a:cubicBezTo>
                  <a:lnTo>
                    <a:pt x="10460" y="2374"/>
                  </a:lnTo>
                  <a:cubicBezTo>
                    <a:pt x="10567" y="2552"/>
                    <a:pt x="10501" y="2805"/>
                    <a:pt x="10314" y="2942"/>
                  </a:cubicBezTo>
                  <a:lnTo>
                    <a:pt x="2001" y="8970"/>
                  </a:lnTo>
                  <a:cubicBezTo>
                    <a:pt x="1926" y="9025"/>
                    <a:pt x="1839" y="9053"/>
                    <a:pt x="1756" y="9053"/>
                  </a:cubicBezTo>
                  <a:cubicBezTo>
                    <a:pt x="1733" y="9053"/>
                    <a:pt x="1709" y="9050"/>
                    <a:pt x="1687" y="9046"/>
                  </a:cubicBezTo>
                  <a:cubicBezTo>
                    <a:pt x="1601" y="9031"/>
                    <a:pt x="1525" y="8975"/>
                    <a:pt x="1479" y="8899"/>
                  </a:cubicBezTo>
                  <a:lnTo>
                    <a:pt x="213" y="6771"/>
                  </a:lnTo>
                  <a:cubicBezTo>
                    <a:pt x="106" y="6594"/>
                    <a:pt x="172" y="6341"/>
                    <a:pt x="360" y="6204"/>
                  </a:cubicBezTo>
                  <a:lnTo>
                    <a:pt x="8672" y="176"/>
                  </a:lnTo>
                  <a:cubicBezTo>
                    <a:pt x="8733" y="130"/>
                    <a:pt x="8804" y="100"/>
                    <a:pt x="8875" y="95"/>
                  </a:cubicBezTo>
                  <a:cubicBezTo>
                    <a:pt x="8890" y="93"/>
                    <a:pt x="8904" y="92"/>
                    <a:pt x="8919" y="92"/>
                  </a:cubicBezTo>
                  <a:close/>
                  <a:moveTo>
                    <a:pt x="8913" y="0"/>
                  </a:moveTo>
                  <a:cubicBezTo>
                    <a:pt x="8812" y="0"/>
                    <a:pt x="8707" y="33"/>
                    <a:pt x="8617" y="100"/>
                  </a:cubicBezTo>
                  <a:lnTo>
                    <a:pt x="304" y="6128"/>
                  </a:lnTo>
                  <a:cubicBezTo>
                    <a:pt x="81" y="6295"/>
                    <a:pt x="0" y="6604"/>
                    <a:pt x="132" y="6817"/>
                  </a:cubicBezTo>
                  <a:lnTo>
                    <a:pt x="1403" y="8944"/>
                  </a:lnTo>
                  <a:cubicBezTo>
                    <a:pt x="1459" y="9046"/>
                    <a:pt x="1555" y="9112"/>
                    <a:pt x="1667" y="9137"/>
                  </a:cubicBezTo>
                  <a:cubicBezTo>
                    <a:pt x="1693" y="9143"/>
                    <a:pt x="1722" y="9145"/>
                    <a:pt x="1750" y="9145"/>
                  </a:cubicBezTo>
                  <a:cubicBezTo>
                    <a:pt x="1770" y="9145"/>
                    <a:pt x="1790" y="9144"/>
                    <a:pt x="1808" y="9142"/>
                  </a:cubicBezTo>
                  <a:cubicBezTo>
                    <a:pt x="1895" y="9132"/>
                    <a:pt x="1981" y="9101"/>
                    <a:pt x="2052" y="9046"/>
                  </a:cubicBezTo>
                  <a:lnTo>
                    <a:pt x="10364" y="3013"/>
                  </a:lnTo>
                  <a:cubicBezTo>
                    <a:pt x="10592" y="2851"/>
                    <a:pt x="10668" y="2542"/>
                    <a:pt x="10542" y="2324"/>
                  </a:cubicBezTo>
                  <a:lnTo>
                    <a:pt x="9270" y="196"/>
                  </a:lnTo>
                  <a:cubicBezTo>
                    <a:pt x="9209" y="100"/>
                    <a:pt x="9113" y="29"/>
                    <a:pt x="9002" y="9"/>
                  </a:cubicBezTo>
                  <a:cubicBezTo>
                    <a:pt x="8973" y="3"/>
                    <a:pt x="8943" y="0"/>
                    <a:pt x="8913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1"/>
            <p:cNvSpPr/>
            <p:nvPr/>
          </p:nvSpPr>
          <p:spPr>
            <a:xfrm>
              <a:off x="2493416" y="1644931"/>
              <a:ext cx="1194753" cy="1029134"/>
            </a:xfrm>
            <a:custGeom>
              <a:avLst/>
              <a:gdLst/>
              <a:ahLst/>
              <a:cxnLst/>
              <a:rect l="l" t="t" r="r" b="b"/>
              <a:pathLst>
                <a:path w="11333" h="9762" extrusionOk="0">
                  <a:moveTo>
                    <a:pt x="9251" y="184"/>
                  </a:moveTo>
                  <a:cubicBezTo>
                    <a:pt x="9292" y="184"/>
                    <a:pt x="9335" y="189"/>
                    <a:pt x="9372" y="196"/>
                  </a:cubicBezTo>
                  <a:cubicBezTo>
                    <a:pt x="9504" y="222"/>
                    <a:pt x="9615" y="303"/>
                    <a:pt x="9686" y="414"/>
                  </a:cubicBezTo>
                  <a:lnTo>
                    <a:pt x="10968" y="2562"/>
                  </a:lnTo>
                  <a:cubicBezTo>
                    <a:pt x="11125" y="2830"/>
                    <a:pt x="11023" y="3220"/>
                    <a:pt x="10740" y="3428"/>
                  </a:cubicBezTo>
                  <a:lnTo>
                    <a:pt x="2432" y="9451"/>
                  </a:lnTo>
                  <a:cubicBezTo>
                    <a:pt x="2317" y="9534"/>
                    <a:pt x="2186" y="9577"/>
                    <a:pt x="2060" y="9577"/>
                  </a:cubicBezTo>
                  <a:cubicBezTo>
                    <a:pt x="2025" y="9577"/>
                    <a:pt x="1990" y="9574"/>
                    <a:pt x="1956" y="9568"/>
                  </a:cubicBezTo>
                  <a:cubicBezTo>
                    <a:pt x="1824" y="9542"/>
                    <a:pt x="1713" y="9461"/>
                    <a:pt x="1647" y="9345"/>
                  </a:cubicBezTo>
                  <a:lnTo>
                    <a:pt x="365" y="7202"/>
                  </a:lnTo>
                  <a:cubicBezTo>
                    <a:pt x="203" y="6933"/>
                    <a:pt x="305" y="6543"/>
                    <a:pt x="593" y="6336"/>
                  </a:cubicBezTo>
                  <a:lnTo>
                    <a:pt x="8896" y="313"/>
                  </a:lnTo>
                  <a:cubicBezTo>
                    <a:pt x="8992" y="242"/>
                    <a:pt x="9099" y="201"/>
                    <a:pt x="9205" y="186"/>
                  </a:cubicBezTo>
                  <a:cubicBezTo>
                    <a:pt x="9220" y="185"/>
                    <a:pt x="9235" y="184"/>
                    <a:pt x="9251" y="184"/>
                  </a:cubicBezTo>
                  <a:close/>
                  <a:moveTo>
                    <a:pt x="9271" y="0"/>
                  </a:moveTo>
                  <a:cubicBezTo>
                    <a:pt x="9105" y="0"/>
                    <a:pt x="8935" y="55"/>
                    <a:pt x="8790" y="161"/>
                  </a:cubicBezTo>
                  <a:lnTo>
                    <a:pt x="487" y="6189"/>
                  </a:lnTo>
                  <a:cubicBezTo>
                    <a:pt x="122" y="6447"/>
                    <a:pt x="1" y="6949"/>
                    <a:pt x="208" y="7293"/>
                  </a:cubicBezTo>
                  <a:lnTo>
                    <a:pt x="1485" y="9441"/>
                  </a:lnTo>
                  <a:cubicBezTo>
                    <a:pt x="1581" y="9603"/>
                    <a:pt x="1738" y="9709"/>
                    <a:pt x="1921" y="9750"/>
                  </a:cubicBezTo>
                  <a:cubicBezTo>
                    <a:pt x="1960" y="9758"/>
                    <a:pt x="2000" y="9762"/>
                    <a:pt x="2041" y="9762"/>
                  </a:cubicBezTo>
                  <a:cubicBezTo>
                    <a:pt x="2075" y="9762"/>
                    <a:pt x="2109" y="9759"/>
                    <a:pt x="2143" y="9755"/>
                  </a:cubicBezTo>
                  <a:cubicBezTo>
                    <a:pt x="2285" y="9740"/>
                    <a:pt x="2422" y="9689"/>
                    <a:pt x="2544" y="9603"/>
                  </a:cubicBezTo>
                  <a:lnTo>
                    <a:pt x="10846" y="3575"/>
                  </a:lnTo>
                  <a:cubicBezTo>
                    <a:pt x="11206" y="3312"/>
                    <a:pt x="11332" y="2815"/>
                    <a:pt x="11125" y="2466"/>
                  </a:cubicBezTo>
                  <a:lnTo>
                    <a:pt x="9843" y="323"/>
                  </a:lnTo>
                  <a:cubicBezTo>
                    <a:pt x="9747" y="161"/>
                    <a:pt x="9595" y="54"/>
                    <a:pt x="9413" y="14"/>
                  </a:cubicBezTo>
                  <a:cubicBezTo>
                    <a:pt x="9366" y="5"/>
                    <a:pt x="9319" y="0"/>
                    <a:pt x="9271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1"/>
            <p:cNvSpPr/>
            <p:nvPr/>
          </p:nvSpPr>
          <p:spPr>
            <a:xfrm>
              <a:off x="1000331" y="1243171"/>
              <a:ext cx="1380508" cy="2293150"/>
            </a:xfrm>
            <a:custGeom>
              <a:avLst/>
              <a:gdLst/>
              <a:ahLst/>
              <a:cxnLst/>
              <a:rect l="l" t="t" r="r" b="b"/>
              <a:pathLst>
                <a:path w="13095" h="21752" extrusionOk="0">
                  <a:moveTo>
                    <a:pt x="0" y="0"/>
                  </a:moveTo>
                  <a:lnTo>
                    <a:pt x="0" y="19933"/>
                  </a:lnTo>
                  <a:lnTo>
                    <a:pt x="13095" y="21752"/>
                  </a:lnTo>
                  <a:lnTo>
                    <a:pt x="13095" y="18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1"/>
            <p:cNvSpPr/>
            <p:nvPr/>
          </p:nvSpPr>
          <p:spPr>
            <a:xfrm>
              <a:off x="1065482" y="1330249"/>
              <a:ext cx="645186" cy="525531"/>
            </a:xfrm>
            <a:custGeom>
              <a:avLst/>
              <a:gdLst/>
              <a:ahLst/>
              <a:cxnLst/>
              <a:rect l="l" t="t" r="r" b="b"/>
              <a:pathLst>
                <a:path w="6120" h="4985" extrusionOk="0">
                  <a:moveTo>
                    <a:pt x="0" y="0"/>
                  </a:moveTo>
                  <a:lnTo>
                    <a:pt x="0" y="4134"/>
                  </a:lnTo>
                  <a:lnTo>
                    <a:pt x="6120" y="4985"/>
                  </a:lnTo>
                  <a:lnTo>
                    <a:pt x="612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1"/>
            <p:cNvSpPr/>
            <p:nvPr/>
          </p:nvSpPr>
          <p:spPr>
            <a:xfrm>
              <a:off x="1065482" y="2729292"/>
              <a:ext cx="645186" cy="635592"/>
            </a:xfrm>
            <a:custGeom>
              <a:avLst/>
              <a:gdLst/>
              <a:ahLst/>
              <a:cxnLst/>
              <a:rect l="l" t="t" r="r" b="b"/>
              <a:pathLst>
                <a:path w="6120" h="6029" extrusionOk="0">
                  <a:moveTo>
                    <a:pt x="0" y="1"/>
                  </a:moveTo>
                  <a:lnTo>
                    <a:pt x="0" y="5183"/>
                  </a:lnTo>
                  <a:lnTo>
                    <a:pt x="6120" y="6029"/>
                  </a:lnTo>
                  <a:lnTo>
                    <a:pt x="6120" y="84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1"/>
            <p:cNvSpPr/>
            <p:nvPr/>
          </p:nvSpPr>
          <p:spPr>
            <a:xfrm>
              <a:off x="1766113" y="1927249"/>
              <a:ext cx="549567" cy="512248"/>
            </a:xfrm>
            <a:custGeom>
              <a:avLst/>
              <a:gdLst/>
              <a:ahLst/>
              <a:cxnLst/>
              <a:rect l="l" t="t" r="r" b="b"/>
              <a:pathLst>
                <a:path w="5213" h="4859" extrusionOk="0">
                  <a:moveTo>
                    <a:pt x="0" y="0"/>
                  </a:moveTo>
                  <a:lnTo>
                    <a:pt x="0" y="4134"/>
                  </a:lnTo>
                  <a:lnTo>
                    <a:pt x="5213" y="4858"/>
                  </a:lnTo>
                  <a:lnTo>
                    <a:pt x="5213" y="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1"/>
            <p:cNvSpPr/>
            <p:nvPr/>
          </p:nvSpPr>
          <p:spPr>
            <a:xfrm>
              <a:off x="1065482" y="2314882"/>
              <a:ext cx="1250205" cy="271990"/>
            </a:xfrm>
            <a:custGeom>
              <a:avLst/>
              <a:gdLst/>
              <a:ahLst/>
              <a:cxnLst/>
              <a:rect l="l" t="t" r="r" b="b"/>
              <a:pathLst>
                <a:path w="11859" h="2580" extrusionOk="0">
                  <a:moveTo>
                    <a:pt x="0" y="1"/>
                  </a:moveTo>
                  <a:lnTo>
                    <a:pt x="0" y="933"/>
                  </a:lnTo>
                  <a:lnTo>
                    <a:pt x="11859" y="2579"/>
                  </a:lnTo>
                  <a:lnTo>
                    <a:pt x="11859" y="164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1"/>
            <p:cNvSpPr/>
            <p:nvPr/>
          </p:nvSpPr>
          <p:spPr>
            <a:xfrm>
              <a:off x="1765586" y="1431137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7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1"/>
            <p:cNvSpPr/>
            <p:nvPr/>
          </p:nvSpPr>
          <p:spPr>
            <a:xfrm>
              <a:off x="1765586" y="1473832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7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1"/>
            <p:cNvSpPr/>
            <p:nvPr/>
          </p:nvSpPr>
          <p:spPr>
            <a:xfrm>
              <a:off x="1765586" y="1516528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7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" name="Google Shape;143;p1"/>
            <p:cNvSpPr/>
            <p:nvPr/>
          </p:nvSpPr>
          <p:spPr>
            <a:xfrm>
              <a:off x="1765586" y="1559329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6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" name="Google Shape;144;p1"/>
            <p:cNvSpPr/>
            <p:nvPr/>
          </p:nvSpPr>
          <p:spPr>
            <a:xfrm>
              <a:off x="1765586" y="1602551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p1"/>
            <p:cNvSpPr/>
            <p:nvPr/>
          </p:nvSpPr>
          <p:spPr>
            <a:xfrm>
              <a:off x="1765586" y="1645247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1"/>
            <p:cNvSpPr/>
            <p:nvPr/>
          </p:nvSpPr>
          <p:spPr>
            <a:xfrm>
              <a:off x="1765586" y="1687943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" name="Google Shape;147;p1"/>
            <p:cNvSpPr/>
            <p:nvPr/>
          </p:nvSpPr>
          <p:spPr>
            <a:xfrm>
              <a:off x="1765586" y="1730744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1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" name="Google Shape;148;p1"/>
            <p:cNvSpPr/>
            <p:nvPr/>
          </p:nvSpPr>
          <p:spPr>
            <a:xfrm>
              <a:off x="1765586" y="1773439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9" name="Google Shape;149;p1"/>
            <p:cNvSpPr/>
            <p:nvPr/>
          </p:nvSpPr>
          <p:spPr>
            <a:xfrm>
              <a:off x="1765586" y="1816135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p1"/>
            <p:cNvSpPr/>
            <p:nvPr/>
          </p:nvSpPr>
          <p:spPr>
            <a:xfrm>
              <a:off x="1765586" y="1858830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2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" name="Google Shape;151;p1"/>
            <p:cNvSpPr/>
            <p:nvPr/>
          </p:nvSpPr>
          <p:spPr>
            <a:xfrm>
              <a:off x="1064428" y="2446869"/>
              <a:ext cx="636646" cy="96672"/>
            </a:xfrm>
            <a:custGeom>
              <a:avLst/>
              <a:gdLst/>
              <a:ahLst/>
              <a:cxnLst/>
              <a:rect l="l" t="t" r="r" b="b"/>
              <a:pathLst>
                <a:path w="6039" h="917" extrusionOk="0">
                  <a:moveTo>
                    <a:pt x="10" y="0"/>
                  </a:moveTo>
                  <a:lnTo>
                    <a:pt x="0" y="81"/>
                  </a:lnTo>
                  <a:lnTo>
                    <a:pt x="6028" y="917"/>
                  </a:lnTo>
                  <a:lnTo>
                    <a:pt x="6038" y="83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1"/>
            <p:cNvSpPr/>
            <p:nvPr/>
          </p:nvSpPr>
          <p:spPr>
            <a:xfrm>
              <a:off x="1064428" y="2489565"/>
              <a:ext cx="636646" cy="96778"/>
            </a:xfrm>
            <a:custGeom>
              <a:avLst/>
              <a:gdLst/>
              <a:ahLst/>
              <a:cxnLst/>
              <a:rect l="l" t="t" r="r" b="b"/>
              <a:pathLst>
                <a:path w="6039" h="918" extrusionOk="0">
                  <a:moveTo>
                    <a:pt x="10" y="0"/>
                  </a:moveTo>
                  <a:lnTo>
                    <a:pt x="0" y="81"/>
                  </a:lnTo>
                  <a:lnTo>
                    <a:pt x="6028" y="917"/>
                  </a:lnTo>
                  <a:lnTo>
                    <a:pt x="6038" y="83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1"/>
            <p:cNvSpPr/>
            <p:nvPr/>
          </p:nvSpPr>
          <p:spPr>
            <a:xfrm>
              <a:off x="1064428" y="2532260"/>
              <a:ext cx="636646" cy="96778"/>
            </a:xfrm>
            <a:custGeom>
              <a:avLst/>
              <a:gdLst/>
              <a:ahLst/>
              <a:cxnLst/>
              <a:rect l="l" t="t" r="r" b="b"/>
              <a:pathLst>
                <a:path w="6039" h="918" extrusionOk="0">
                  <a:moveTo>
                    <a:pt x="10" y="1"/>
                  </a:moveTo>
                  <a:lnTo>
                    <a:pt x="0" y="87"/>
                  </a:lnTo>
                  <a:lnTo>
                    <a:pt x="6028" y="917"/>
                  </a:lnTo>
                  <a:lnTo>
                    <a:pt x="6038" y="836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1"/>
            <p:cNvSpPr/>
            <p:nvPr/>
          </p:nvSpPr>
          <p:spPr>
            <a:xfrm>
              <a:off x="1064428" y="2574956"/>
              <a:ext cx="636646" cy="96778"/>
            </a:xfrm>
            <a:custGeom>
              <a:avLst/>
              <a:gdLst/>
              <a:ahLst/>
              <a:cxnLst/>
              <a:rect l="l" t="t" r="r" b="b"/>
              <a:pathLst>
                <a:path w="6039" h="918" extrusionOk="0">
                  <a:moveTo>
                    <a:pt x="10" y="1"/>
                  </a:moveTo>
                  <a:lnTo>
                    <a:pt x="0" y="87"/>
                  </a:lnTo>
                  <a:lnTo>
                    <a:pt x="6028" y="918"/>
                  </a:lnTo>
                  <a:lnTo>
                    <a:pt x="6038" y="837"/>
                  </a:lnTo>
                  <a:lnTo>
                    <a:pt x="1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1"/>
            <p:cNvSpPr/>
            <p:nvPr/>
          </p:nvSpPr>
          <p:spPr>
            <a:xfrm>
              <a:off x="1064428" y="2617757"/>
              <a:ext cx="636646" cy="97305"/>
            </a:xfrm>
            <a:custGeom>
              <a:avLst/>
              <a:gdLst/>
              <a:ahLst/>
              <a:cxnLst/>
              <a:rect l="l" t="t" r="r" b="b"/>
              <a:pathLst>
                <a:path w="6039" h="923" extrusionOk="0">
                  <a:moveTo>
                    <a:pt x="10" y="0"/>
                  </a:moveTo>
                  <a:lnTo>
                    <a:pt x="0" y="86"/>
                  </a:lnTo>
                  <a:lnTo>
                    <a:pt x="6028" y="922"/>
                  </a:lnTo>
                  <a:lnTo>
                    <a:pt x="6038" y="83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1"/>
            <p:cNvSpPr/>
            <p:nvPr/>
          </p:nvSpPr>
          <p:spPr>
            <a:xfrm>
              <a:off x="1064428" y="2660452"/>
              <a:ext cx="636646" cy="97305"/>
            </a:xfrm>
            <a:custGeom>
              <a:avLst/>
              <a:gdLst/>
              <a:ahLst/>
              <a:cxnLst/>
              <a:rect l="l" t="t" r="r" b="b"/>
              <a:pathLst>
                <a:path w="6039" h="923" extrusionOk="0">
                  <a:moveTo>
                    <a:pt x="10" y="0"/>
                  </a:moveTo>
                  <a:lnTo>
                    <a:pt x="0" y="86"/>
                  </a:lnTo>
                  <a:lnTo>
                    <a:pt x="6028" y="922"/>
                  </a:lnTo>
                  <a:lnTo>
                    <a:pt x="6038" y="836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" name="Google Shape;157;p1"/>
            <p:cNvSpPr/>
            <p:nvPr/>
          </p:nvSpPr>
          <p:spPr>
            <a:xfrm>
              <a:off x="1765586" y="2544067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1"/>
                  </a:lnTo>
                  <a:lnTo>
                    <a:pt x="5213" y="805"/>
                  </a:lnTo>
                  <a:lnTo>
                    <a:pt x="5223" y="719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" name="Google Shape;158;p1"/>
            <p:cNvSpPr/>
            <p:nvPr/>
          </p:nvSpPr>
          <p:spPr>
            <a:xfrm>
              <a:off x="1765586" y="2586763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1"/>
                  </a:lnTo>
                  <a:lnTo>
                    <a:pt x="5213" y="806"/>
                  </a:lnTo>
                  <a:lnTo>
                    <a:pt x="5223" y="72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" name="Google Shape;159;p1"/>
            <p:cNvSpPr/>
            <p:nvPr/>
          </p:nvSpPr>
          <p:spPr>
            <a:xfrm>
              <a:off x="1765586" y="2629459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1"/>
                  </a:moveTo>
                  <a:lnTo>
                    <a:pt x="0" y="87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" name="Google Shape;160;p1"/>
            <p:cNvSpPr/>
            <p:nvPr/>
          </p:nvSpPr>
          <p:spPr>
            <a:xfrm>
              <a:off x="1765586" y="2672154"/>
              <a:ext cx="550622" cy="85076"/>
            </a:xfrm>
            <a:custGeom>
              <a:avLst/>
              <a:gdLst/>
              <a:ahLst/>
              <a:cxnLst/>
              <a:rect l="l" t="t" r="r" b="b"/>
              <a:pathLst>
                <a:path w="5223" h="807" extrusionOk="0">
                  <a:moveTo>
                    <a:pt x="16" y="1"/>
                  </a:moveTo>
                  <a:lnTo>
                    <a:pt x="0" y="87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" name="Google Shape;161;p1"/>
            <p:cNvSpPr/>
            <p:nvPr/>
          </p:nvSpPr>
          <p:spPr>
            <a:xfrm>
              <a:off x="1765586" y="2714955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6"/>
                  </a:lnTo>
                  <a:lnTo>
                    <a:pt x="5213" y="805"/>
                  </a:lnTo>
                  <a:lnTo>
                    <a:pt x="5223" y="72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" name="Google Shape;162;p1"/>
            <p:cNvSpPr/>
            <p:nvPr/>
          </p:nvSpPr>
          <p:spPr>
            <a:xfrm>
              <a:off x="1765586" y="2757651"/>
              <a:ext cx="550622" cy="84971"/>
            </a:xfrm>
            <a:custGeom>
              <a:avLst/>
              <a:gdLst/>
              <a:ahLst/>
              <a:cxnLst/>
              <a:rect l="l" t="t" r="r" b="b"/>
              <a:pathLst>
                <a:path w="5223" h="806" extrusionOk="0">
                  <a:moveTo>
                    <a:pt x="16" y="0"/>
                  </a:moveTo>
                  <a:lnTo>
                    <a:pt x="0" y="86"/>
                  </a:lnTo>
                  <a:lnTo>
                    <a:pt x="5213" y="806"/>
                  </a:lnTo>
                  <a:lnTo>
                    <a:pt x="5223" y="72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" name="Google Shape;163;p1"/>
            <p:cNvSpPr/>
            <p:nvPr/>
          </p:nvSpPr>
          <p:spPr>
            <a:xfrm>
              <a:off x="2059290" y="2862334"/>
              <a:ext cx="256915" cy="44383"/>
            </a:xfrm>
            <a:custGeom>
              <a:avLst/>
              <a:gdLst/>
              <a:ahLst/>
              <a:cxnLst/>
              <a:rect l="l" t="t" r="r" b="b"/>
              <a:pathLst>
                <a:path w="2437" h="421" extrusionOk="0">
                  <a:moveTo>
                    <a:pt x="11" y="0"/>
                  </a:moveTo>
                  <a:lnTo>
                    <a:pt x="0" y="86"/>
                  </a:lnTo>
                  <a:lnTo>
                    <a:pt x="2427" y="421"/>
                  </a:lnTo>
                  <a:lnTo>
                    <a:pt x="2437" y="34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" name="Google Shape;164;p1"/>
            <p:cNvSpPr/>
            <p:nvPr/>
          </p:nvSpPr>
          <p:spPr>
            <a:xfrm>
              <a:off x="2059290" y="2905029"/>
              <a:ext cx="256915" cy="44383"/>
            </a:xfrm>
            <a:custGeom>
              <a:avLst/>
              <a:gdLst/>
              <a:ahLst/>
              <a:cxnLst/>
              <a:rect l="l" t="t" r="r" b="b"/>
              <a:pathLst>
                <a:path w="2437" h="421" extrusionOk="0">
                  <a:moveTo>
                    <a:pt x="11" y="0"/>
                  </a:moveTo>
                  <a:lnTo>
                    <a:pt x="0" y="87"/>
                  </a:lnTo>
                  <a:lnTo>
                    <a:pt x="2427" y="421"/>
                  </a:lnTo>
                  <a:lnTo>
                    <a:pt x="2437" y="34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" name="Google Shape;165;p1"/>
            <p:cNvSpPr/>
            <p:nvPr/>
          </p:nvSpPr>
          <p:spPr>
            <a:xfrm>
              <a:off x="2059290" y="2948252"/>
              <a:ext cx="256915" cy="43961"/>
            </a:xfrm>
            <a:custGeom>
              <a:avLst/>
              <a:gdLst/>
              <a:ahLst/>
              <a:cxnLst/>
              <a:rect l="l" t="t" r="r" b="b"/>
              <a:pathLst>
                <a:path w="2437" h="417" extrusionOk="0">
                  <a:moveTo>
                    <a:pt x="11" y="1"/>
                  </a:moveTo>
                  <a:lnTo>
                    <a:pt x="0" y="82"/>
                  </a:lnTo>
                  <a:lnTo>
                    <a:pt x="2427" y="416"/>
                  </a:lnTo>
                  <a:lnTo>
                    <a:pt x="2437" y="33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" name="Google Shape;166;p1"/>
            <p:cNvSpPr/>
            <p:nvPr/>
          </p:nvSpPr>
          <p:spPr>
            <a:xfrm>
              <a:off x="2059290" y="2990948"/>
              <a:ext cx="256915" cy="43961"/>
            </a:xfrm>
            <a:custGeom>
              <a:avLst/>
              <a:gdLst/>
              <a:ahLst/>
              <a:cxnLst/>
              <a:rect l="l" t="t" r="r" b="b"/>
              <a:pathLst>
                <a:path w="2437" h="417" extrusionOk="0">
                  <a:moveTo>
                    <a:pt x="11" y="1"/>
                  </a:moveTo>
                  <a:lnTo>
                    <a:pt x="0" y="82"/>
                  </a:lnTo>
                  <a:lnTo>
                    <a:pt x="2427" y="416"/>
                  </a:lnTo>
                  <a:lnTo>
                    <a:pt x="2437" y="33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1"/>
            <p:cNvSpPr/>
            <p:nvPr/>
          </p:nvSpPr>
          <p:spPr>
            <a:xfrm>
              <a:off x="2059290" y="3033749"/>
              <a:ext cx="256915" cy="43856"/>
            </a:xfrm>
            <a:custGeom>
              <a:avLst/>
              <a:gdLst/>
              <a:ahLst/>
              <a:cxnLst/>
              <a:rect l="l" t="t" r="r" b="b"/>
              <a:pathLst>
                <a:path w="2437" h="416" extrusionOk="0">
                  <a:moveTo>
                    <a:pt x="11" y="0"/>
                  </a:moveTo>
                  <a:lnTo>
                    <a:pt x="0" y="81"/>
                  </a:lnTo>
                  <a:lnTo>
                    <a:pt x="2427" y="416"/>
                  </a:lnTo>
                  <a:lnTo>
                    <a:pt x="2437" y="3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" name="Google Shape;168;p1"/>
            <p:cNvSpPr/>
            <p:nvPr/>
          </p:nvSpPr>
          <p:spPr>
            <a:xfrm>
              <a:off x="2059290" y="3076444"/>
              <a:ext cx="256915" cy="44383"/>
            </a:xfrm>
            <a:custGeom>
              <a:avLst/>
              <a:gdLst/>
              <a:ahLst/>
              <a:cxnLst/>
              <a:rect l="l" t="t" r="r" b="b"/>
              <a:pathLst>
                <a:path w="2437" h="421" extrusionOk="0">
                  <a:moveTo>
                    <a:pt x="11" y="0"/>
                  </a:moveTo>
                  <a:lnTo>
                    <a:pt x="0" y="81"/>
                  </a:lnTo>
                  <a:lnTo>
                    <a:pt x="2427" y="421"/>
                  </a:lnTo>
                  <a:lnTo>
                    <a:pt x="2437" y="3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9" name="Google Shape;169;p1"/>
            <p:cNvSpPr/>
            <p:nvPr/>
          </p:nvSpPr>
          <p:spPr>
            <a:xfrm>
              <a:off x="2059290" y="3119140"/>
              <a:ext cx="256915" cy="44488"/>
            </a:xfrm>
            <a:custGeom>
              <a:avLst/>
              <a:gdLst/>
              <a:ahLst/>
              <a:cxnLst/>
              <a:rect l="l" t="t" r="r" b="b"/>
              <a:pathLst>
                <a:path w="2437" h="422" extrusionOk="0">
                  <a:moveTo>
                    <a:pt x="11" y="1"/>
                  </a:moveTo>
                  <a:lnTo>
                    <a:pt x="0" y="82"/>
                  </a:lnTo>
                  <a:lnTo>
                    <a:pt x="2427" y="421"/>
                  </a:lnTo>
                  <a:lnTo>
                    <a:pt x="2437" y="33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0" name="Google Shape;170;p1"/>
            <p:cNvSpPr/>
            <p:nvPr/>
          </p:nvSpPr>
          <p:spPr>
            <a:xfrm>
              <a:off x="2059290" y="3161835"/>
              <a:ext cx="256915" cy="44488"/>
            </a:xfrm>
            <a:custGeom>
              <a:avLst/>
              <a:gdLst/>
              <a:ahLst/>
              <a:cxnLst/>
              <a:rect l="l" t="t" r="r" b="b"/>
              <a:pathLst>
                <a:path w="2437" h="422" extrusionOk="0">
                  <a:moveTo>
                    <a:pt x="11" y="1"/>
                  </a:moveTo>
                  <a:lnTo>
                    <a:pt x="0" y="82"/>
                  </a:lnTo>
                  <a:lnTo>
                    <a:pt x="2427" y="421"/>
                  </a:lnTo>
                  <a:lnTo>
                    <a:pt x="2437" y="33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1" name="Google Shape;171;p1"/>
            <p:cNvSpPr/>
            <p:nvPr/>
          </p:nvSpPr>
          <p:spPr>
            <a:xfrm>
              <a:off x="2059290" y="3204636"/>
              <a:ext cx="256915" cy="44383"/>
            </a:xfrm>
            <a:custGeom>
              <a:avLst/>
              <a:gdLst/>
              <a:ahLst/>
              <a:cxnLst/>
              <a:rect l="l" t="t" r="r" b="b"/>
              <a:pathLst>
                <a:path w="2437" h="421" extrusionOk="0">
                  <a:moveTo>
                    <a:pt x="11" y="0"/>
                  </a:moveTo>
                  <a:lnTo>
                    <a:pt x="0" y="81"/>
                  </a:lnTo>
                  <a:lnTo>
                    <a:pt x="2427" y="421"/>
                  </a:lnTo>
                  <a:lnTo>
                    <a:pt x="2437" y="334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2" name="Google Shape;172;p1"/>
            <p:cNvSpPr/>
            <p:nvPr/>
          </p:nvSpPr>
          <p:spPr>
            <a:xfrm>
              <a:off x="2059290" y="3247332"/>
              <a:ext cx="256915" cy="44383"/>
            </a:xfrm>
            <a:custGeom>
              <a:avLst/>
              <a:gdLst/>
              <a:ahLst/>
              <a:cxnLst/>
              <a:rect l="l" t="t" r="r" b="b"/>
              <a:pathLst>
                <a:path w="2437" h="421" extrusionOk="0">
                  <a:moveTo>
                    <a:pt x="11" y="0"/>
                  </a:moveTo>
                  <a:lnTo>
                    <a:pt x="0" y="81"/>
                  </a:lnTo>
                  <a:lnTo>
                    <a:pt x="2427" y="421"/>
                  </a:lnTo>
                  <a:lnTo>
                    <a:pt x="2437" y="3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" name="Google Shape;173;p1"/>
            <p:cNvSpPr/>
            <p:nvPr/>
          </p:nvSpPr>
          <p:spPr>
            <a:xfrm>
              <a:off x="2059290" y="3290027"/>
              <a:ext cx="256915" cy="44488"/>
            </a:xfrm>
            <a:custGeom>
              <a:avLst/>
              <a:gdLst/>
              <a:ahLst/>
              <a:cxnLst/>
              <a:rect l="l" t="t" r="r" b="b"/>
              <a:pathLst>
                <a:path w="2437" h="422" extrusionOk="0">
                  <a:moveTo>
                    <a:pt x="11" y="1"/>
                  </a:moveTo>
                  <a:lnTo>
                    <a:pt x="0" y="82"/>
                  </a:lnTo>
                  <a:lnTo>
                    <a:pt x="2427" y="421"/>
                  </a:lnTo>
                  <a:lnTo>
                    <a:pt x="2437" y="33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" name="Google Shape;174;p1"/>
            <p:cNvSpPr/>
            <p:nvPr/>
          </p:nvSpPr>
          <p:spPr>
            <a:xfrm>
              <a:off x="1765586" y="2821747"/>
              <a:ext cx="256388" cy="44383"/>
            </a:xfrm>
            <a:custGeom>
              <a:avLst/>
              <a:gdLst/>
              <a:ahLst/>
              <a:cxnLst/>
              <a:rect l="l" t="t" r="r" b="b"/>
              <a:pathLst>
                <a:path w="2432" h="421" extrusionOk="0">
                  <a:moveTo>
                    <a:pt x="16" y="0"/>
                  </a:moveTo>
                  <a:lnTo>
                    <a:pt x="0" y="86"/>
                  </a:lnTo>
                  <a:lnTo>
                    <a:pt x="2422" y="421"/>
                  </a:lnTo>
                  <a:lnTo>
                    <a:pt x="2432" y="334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5" name="Google Shape;175;p1"/>
            <p:cNvSpPr/>
            <p:nvPr/>
          </p:nvSpPr>
          <p:spPr>
            <a:xfrm>
              <a:off x="1765586" y="2864442"/>
              <a:ext cx="256388" cy="44383"/>
            </a:xfrm>
            <a:custGeom>
              <a:avLst/>
              <a:gdLst/>
              <a:ahLst/>
              <a:cxnLst/>
              <a:rect l="l" t="t" r="r" b="b"/>
              <a:pathLst>
                <a:path w="2432" h="421" extrusionOk="0">
                  <a:moveTo>
                    <a:pt x="16" y="0"/>
                  </a:moveTo>
                  <a:lnTo>
                    <a:pt x="0" y="87"/>
                  </a:lnTo>
                  <a:lnTo>
                    <a:pt x="2422" y="421"/>
                  </a:lnTo>
                  <a:lnTo>
                    <a:pt x="2432" y="34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p1"/>
            <p:cNvSpPr/>
            <p:nvPr/>
          </p:nvSpPr>
          <p:spPr>
            <a:xfrm>
              <a:off x="1765586" y="2907138"/>
              <a:ext cx="256388" cy="44488"/>
            </a:xfrm>
            <a:custGeom>
              <a:avLst/>
              <a:gdLst/>
              <a:ahLst/>
              <a:cxnLst/>
              <a:rect l="l" t="t" r="r" b="b"/>
              <a:pathLst>
                <a:path w="2432" h="422" extrusionOk="0">
                  <a:moveTo>
                    <a:pt x="16" y="1"/>
                  </a:moveTo>
                  <a:lnTo>
                    <a:pt x="0" y="87"/>
                  </a:lnTo>
                  <a:lnTo>
                    <a:pt x="2422" y="421"/>
                  </a:lnTo>
                  <a:lnTo>
                    <a:pt x="2432" y="34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7" name="Google Shape;177;p1"/>
            <p:cNvSpPr/>
            <p:nvPr/>
          </p:nvSpPr>
          <p:spPr>
            <a:xfrm>
              <a:off x="1765586" y="2949833"/>
              <a:ext cx="256388" cy="44488"/>
            </a:xfrm>
            <a:custGeom>
              <a:avLst/>
              <a:gdLst/>
              <a:ahLst/>
              <a:cxnLst/>
              <a:rect l="l" t="t" r="r" b="b"/>
              <a:pathLst>
                <a:path w="2432" h="422" extrusionOk="0">
                  <a:moveTo>
                    <a:pt x="16" y="1"/>
                  </a:moveTo>
                  <a:lnTo>
                    <a:pt x="0" y="87"/>
                  </a:lnTo>
                  <a:lnTo>
                    <a:pt x="2422" y="421"/>
                  </a:lnTo>
                  <a:lnTo>
                    <a:pt x="2432" y="340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8" name="Google Shape;178;p1"/>
            <p:cNvSpPr/>
            <p:nvPr/>
          </p:nvSpPr>
          <p:spPr>
            <a:xfrm>
              <a:off x="1765586" y="2992634"/>
              <a:ext cx="256388" cy="44383"/>
            </a:xfrm>
            <a:custGeom>
              <a:avLst/>
              <a:gdLst/>
              <a:ahLst/>
              <a:cxnLst/>
              <a:rect l="l" t="t" r="r" b="b"/>
              <a:pathLst>
                <a:path w="2432" h="421" extrusionOk="0">
                  <a:moveTo>
                    <a:pt x="16" y="0"/>
                  </a:moveTo>
                  <a:lnTo>
                    <a:pt x="0" y="86"/>
                  </a:lnTo>
                  <a:lnTo>
                    <a:pt x="2422" y="421"/>
                  </a:lnTo>
                  <a:lnTo>
                    <a:pt x="2432" y="34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1"/>
            <p:cNvSpPr/>
            <p:nvPr/>
          </p:nvSpPr>
          <p:spPr>
            <a:xfrm>
              <a:off x="1765586" y="3035857"/>
              <a:ext cx="256388" cy="43856"/>
            </a:xfrm>
            <a:custGeom>
              <a:avLst/>
              <a:gdLst/>
              <a:ahLst/>
              <a:cxnLst/>
              <a:rect l="l" t="t" r="r" b="b"/>
              <a:pathLst>
                <a:path w="2432" h="416" extrusionOk="0">
                  <a:moveTo>
                    <a:pt x="16" y="0"/>
                  </a:moveTo>
                  <a:lnTo>
                    <a:pt x="0" y="81"/>
                  </a:lnTo>
                  <a:lnTo>
                    <a:pt x="2422" y="416"/>
                  </a:lnTo>
                  <a:lnTo>
                    <a:pt x="2432" y="33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1"/>
            <p:cNvSpPr/>
            <p:nvPr/>
          </p:nvSpPr>
          <p:spPr>
            <a:xfrm>
              <a:off x="1765586" y="3078553"/>
              <a:ext cx="256388" cy="43961"/>
            </a:xfrm>
            <a:custGeom>
              <a:avLst/>
              <a:gdLst/>
              <a:ahLst/>
              <a:cxnLst/>
              <a:rect l="l" t="t" r="r" b="b"/>
              <a:pathLst>
                <a:path w="2432" h="417" extrusionOk="0">
                  <a:moveTo>
                    <a:pt x="16" y="1"/>
                  </a:moveTo>
                  <a:lnTo>
                    <a:pt x="0" y="82"/>
                  </a:lnTo>
                  <a:lnTo>
                    <a:pt x="2422" y="416"/>
                  </a:lnTo>
                  <a:lnTo>
                    <a:pt x="2432" y="33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1"/>
            <p:cNvSpPr/>
            <p:nvPr/>
          </p:nvSpPr>
          <p:spPr>
            <a:xfrm>
              <a:off x="1765586" y="3121248"/>
              <a:ext cx="256388" cy="43961"/>
            </a:xfrm>
            <a:custGeom>
              <a:avLst/>
              <a:gdLst/>
              <a:ahLst/>
              <a:cxnLst/>
              <a:rect l="l" t="t" r="r" b="b"/>
              <a:pathLst>
                <a:path w="2432" h="417" extrusionOk="0">
                  <a:moveTo>
                    <a:pt x="16" y="1"/>
                  </a:moveTo>
                  <a:lnTo>
                    <a:pt x="0" y="82"/>
                  </a:lnTo>
                  <a:lnTo>
                    <a:pt x="2422" y="416"/>
                  </a:lnTo>
                  <a:lnTo>
                    <a:pt x="2432" y="33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1"/>
            <p:cNvSpPr/>
            <p:nvPr/>
          </p:nvSpPr>
          <p:spPr>
            <a:xfrm>
              <a:off x="1765586" y="3164049"/>
              <a:ext cx="256388" cy="43856"/>
            </a:xfrm>
            <a:custGeom>
              <a:avLst/>
              <a:gdLst/>
              <a:ahLst/>
              <a:cxnLst/>
              <a:rect l="l" t="t" r="r" b="b"/>
              <a:pathLst>
                <a:path w="2432" h="416" extrusionOk="0">
                  <a:moveTo>
                    <a:pt x="16" y="0"/>
                  </a:moveTo>
                  <a:lnTo>
                    <a:pt x="0" y="81"/>
                  </a:lnTo>
                  <a:lnTo>
                    <a:pt x="2422" y="416"/>
                  </a:lnTo>
                  <a:lnTo>
                    <a:pt x="2432" y="33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1"/>
            <p:cNvSpPr/>
            <p:nvPr/>
          </p:nvSpPr>
          <p:spPr>
            <a:xfrm>
              <a:off x="1765586" y="3206745"/>
              <a:ext cx="256388" cy="43856"/>
            </a:xfrm>
            <a:custGeom>
              <a:avLst/>
              <a:gdLst/>
              <a:ahLst/>
              <a:cxnLst/>
              <a:rect l="l" t="t" r="r" b="b"/>
              <a:pathLst>
                <a:path w="2432" h="416" extrusionOk="0">
                  <a:moveTo>
                    <a:pt x="16" y="0"/>
                  </a:moveTo>
                  <a:lnTo>
                    <a:pt x="0" y="81"/>
                  </a:lnTo>
                  <a:lnTo>
                    <a:pt x="2422" y="416"/>
                  </a:lnTo>
                  <a:lnTo>
                    <a:pt x="2432" y="33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1"/>
            <p:cNvSpPr/>
            <p:nvPr/>
          </p:nvSpPr>
          <p:spPr>
            <a:xfrm>
              <a:off x="1765586" y="3249440"/>
              <a:ext cx="256388" cy="44488"/>
            </a:xfrm>
            <a:custGeom>
              <a:avLst/>
              <a:gdLst/>
              <a:ahLst/>
              <a:cxnLst/>
              <a:rect l="l" t="t" r="r" b="b"/>
              <a:pathLst>
                <a:path w="2432" h="422" extrusionOk="0">
                  <a:moveTo>
                    <a:pt x="16" y="1"/>
                  </a:moveTo>
                  <a:lnTo>
                    <a:pt x="0" y="82"/>
                  </a:lnTo>
                  <a:lnTo>
                    <a:pt x="2422" y="421"/>
                  </a:lnTo>
                  <a:lnTo>
                    <a:pt x="2432" y="335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1"/>
            <p:cNvSpPr/>
            <p:nvPr/>
          </p:nvSpPr>
          <p:spPr>
            <a:xfrm>
              <a:off x="1409367" y="1877595"/>
              <a:ext cx="301825" cy="50814"/>
            </a:xfrm>
            <a:custGeom>
              <a:avLst/>
              <a:gdLst/>
              <a:ahLst/>
              <a:cxnLst/>
              <a:rect l="l" t="t" r="r" b="b"/>
              <a:pathLst>
                <a:path w="2863" h="482" extrusionOk="0">
                  <a:moveTo>
                    <a:pt x="16" y="0"/>
                  </a:moveTo>
                  <a:lnTo>
                    <a:pt x="1" y="86"/>
                  </a:lnTo>
                  <a:lnTo>
                    <a:pt x="2853" y="481"/>
                  </a:lnTo>
                  <a:lnTo>
                    <a:pt x="2863" y="39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1"/>
            <p:cNvSpPr/>
            <p:nvPr/>
          </p:nvSpPr>
          <p:spPr>
            <a:xfrm>
              <a:off x="1409367" y="1920291"/>
              <a:ext cx="301825" cy="50814"/>
            </a:xfrm>
            <a:custGeom>
              <a:avLst/>
              <a:gdLst/>
              <a:ahLst/>
              <a:cxnLst/>
              <a:rect l="l" t="t" r="r" b="b"/>
              <a:pathLst>
                <a:path w="2863" h="482" extrusionOk="0">
                  <a:moveTo>
                    <a:pt x="16" y="0"/>
                  </a:moveTo>
                  <a:lnTo>
                    <a:pt x="1" y="87"/>
                  </a:lnTo>
                  <a:lnTo>
                    <a:pt x="2853" y="482"/>
                  </a:lnTo>
                  <a:lnTo>
                    <a:pt x="2863" y="396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1"/>
            <p:cNvSpPr/>
            <p:nvPr/>
          </p:nvSpPr>
          <p:spPr>
            <a:xfrm>
              <a:off x="1409367" y="1962986"/>
              <a:ext cx="301825" cy="50814"/>
            </a:xfrm>
            <a:custGeom>
              <a:avLst/>
              <a:gdLst/>
              <a:ahLst/>
              <a:cxnLst/>
              <a:rect l="l" t="t" r="r" b="b"/>
              <a:pathLst>
                <a:path w="2863" h="482" extrusionOk="0">
                  <a:moveTo>
                    <a:pt x="16" y="1"/>
                  </a:moveTo>
                  <a:lnTo>
                    <a:pt x="1" y="87"/>
                  </a:lnTo>
                  <a:lnTo>
                    <a:pt x="2853" y="482"/>
                  </a:lnTo>
                  <a:lnTo>
                    <a:pt x="2863" y="39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8" name="Google Shape;188;p1"/>
            <p:cNvSpPr/>
            <p:nvPr/>
          </p:nvSpPr>
          <p:spPr>
            <a:xfrm>
              <a:off x="1409367" y="2005682"/>
              <a:ext cx="301825" cy="50919"/>
            </a:xfrm>
            <a:custGeom>
              <a:avLst/>
              <a:gdLst/>
              <a:ahLst/>
              <a:cxnLst/>
              <a:rect l="l" t="t" r="r" b="b"/>
              <a:pathLst>
                <a:path w="2863" h="483" extrusionOk="0">
                  <a:moveTo>
                    <a:pt x="16" y="1"/>
                  </a:moveTo>
                  <a:lnTo>
                    <a:pt x="1" y="87"/>
                  </a:lnTo>
                  <a:lnTo>
                    <a:pt x="2853" y="482"/>
                  </a:lnTo>
                  <a:lnTo>
                    <a:pt x="2863" y="39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9" name="Google Shape;189;p1"/>
            <p:cNvSpPr/>
            <p:nvPr/>
          </p:nvSpPr>
          <p:spPr>
            <a:xfrm>
              <a:off x="1409367" y="2049010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0"/>
                  </a:moveTo>
                  <a:lnTo>
                    <a:pt x="1" y="81"/>
                  </a:lnTo>
                  <a:lnTo>
                    <a:pt x="2853" y="476"/>
                  </a:lnTo>
                  <a:lnTo>
                    <a:pt x="2863" y="390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0" name="Google Shape;190;p1"/>
            <p:cNvSpPr/>
            <p:nvPr/>
          </p:nvSpPr>
          <p:spPr>
            <a:xfrm>
              <a:off x="1409367" y="2091705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1"/>
                  </a:moveTo>
                  <a:lnTo>
                    <a:pt x="1" y="82"/>
                  </a:lnTo>
                  <a:lnTo>
                    <a:pt x="2853" y="477"/>
                  </a:lnTo>
                  <a:lnTo>
                    <a:pt x="2863" y="391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1"/>
            <p:cNvSpPr/>
            <p:nvPr/>
          </p:nvSpPr>
          <p:spPr>
            <a:xfrm>
              <a:off x="1409367" y="2134401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1"/>
                  </a:moveTo>
                  <a:lnTo>
                    <a:pt x="1" y="82"/>
                  </a:lnTo>
                  <a:lnTo>
                    <a:pt x="2853" y="477"/>
                  </a:lnTo>
                  <a:lnTo>
                    <a:pt x="2863" y="39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2" name="Google Shape;192;p1"/>
            <p:cNvSpPr/>
            <p:nvPr/>
          </p:nvSpPr>
          <p:spPr>
            <a:xfrm>
              <a:off x="1409367" y="2177202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0"/>
                  </a:moveTo>
                  <a:lnTo>
                    <a:pt x="1" y="81"/>
                  </a:lnTo>
                  <a:lnTo>
                    <a:pt x="2853" y="476"/>
                  </a:lnTo>
                  <a:lnTo>
                    <a:pt x="2863" y="39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3" name="Google Shape;193;p1"/>
            <p:cNvSpPr/>
            <p:nvPr/>
          </p:nvSpPr>
          <p:spPr>
            <a:xfrm>
              <a:off x="1409367" y="2219898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0"/>
                  </a:moveTo>
                  <a:lnTo>
                    <a:pt x="1" y="81"/>
                  </a:lnTo>
                  <a:lnTo>
                    <a:pt x="2853" y="476"/>
                  </a:lnTo>
                  <a:lnTo>
                    <a:pt x="2863" y="395"/>
                  </a:lnTo>
                  <a:lnTo>
                    <a:pt x="16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1"/>
            <p:cNvSpPr/>
            <p:nvPr/>
          </p:nvSpPr>
          <p:spPr>
            <a:xfrm>
              <a:off x="1409367" y="2262593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1"/>
                  </a:moveTo>
                  <a:lnTo>
                    <a:pt x="1" y="82"/>
                  </a:lnTo>
                  <a:lnTo>
                    <a:pt x="2853" y="477"/>
                  </a:lnTo>
                  <a:lnTo>
                    <a:pt x="2863" y="39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5" name="Google Shape;195;p1"/>
            <p:cNvSpPr/>
            <p:nvPr/>
          </p:nvSpPr>
          <p:spPr>
            <a:xfrm>
              <a:off x="1409367" y="2305289"/>
              <a:ext cx="301825" cy="50287"/>
            </a:xfrm>
            <a:custGeom>
              <a:avLst/>
              <a:gdLst/>
              <a:ahLst/>
              <a:cxnLst/>
              <a:rect l="l" t="t" r="r" b="b"/>
              <a:pathLst>
                <a:path w="2863" h="477" extrusionOk="0">
                  <a:moveTo>
                    <a:pt x="16" y="1"/>
                  </a:moveTo>
                  <a:lnTo>
                    <a:pt x="1" y="82"/>
                  </a:lnTo>
                  <a:lnTo>
                    <a:pt x="2853" y="477"/>
                  </a:lnTo>
                  <a:lnTo>
                    <a:pt x="2863" y="396"/>
                  </a:lnTo>
                  <a:lnTo>
                    <a:pt x="16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6" name="Google Shape;196;p1"/>
            <p:cNvSpPr/>
            <p:nvPr/>
          </p:nvSpPr>
          <p:spPr>
            <a:xfrm>
              <a:off x="1064428" y="1830050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0"/>
                  </a:moveTo>
                  <a:lnTo>
                    <a:pt x="0" y="81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7" name="Google Shape;197;p1"/>
            <p:cNvSpPr/>
            <p:nvPr/>
          </p:nvSpPr>
          <p:spPr>
            <a:xfrm>
              <a:off x="1064428" y="1872746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1"/>
                  </a:moveTo>
                  <a:lnTo>
                    <a:pt x="0" y="82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8" name="Google Shape;198;p1"/>
            <p:cNvSpPr/>
            <p:nvPr/>
          </p:nvSpPr>
          <p:spPr>
            <a:xfrm>
              <a:off x="1064428" y="1915441"/>
              <a:ext cx="301298" cy="50392"/>
            </a:xfrm>
            <a:custGeom>
              <a:avLst/>
              <a:gdLst/>
              <a:ahLst/>
              <a:cxnLst/>
              <a:rect l="l" t="t" r="r" b="b"/>
              <a:pathLst>
                <a:path w="2858" h="478" extrusionOk="0">
                  <a:moveTo>
                    <a:pt x="15" y="1"/>
                  </a:moveTo>
                  <a:lnTo>
                    <a:pt x="0" y="82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1"/>
            <p:cNvSpPr/>
            <p:nvPr/>
          </p:nvSpPr>
          <p:spPr>
            <a:xfrm>
              <a:off x="1064428" y="1958242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0"/>
                  </a:moveTo>
                  <a:lnTo>
                    <a:pt x="0" y="81"/>
                  </a:lnTo>
                  <a:lnTo>
                    <a:pt x="2847" y="476"/>
                  </a:lnTo>
                  <a:lnTo>
                    <a:pt x="2857" y="39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0" name="Google Shape;200;p1"/>
            <p:cNvSpPr/>
            <p:nvPr/>
          </p:nvSpPr>
          <p:spPr>
            <a:xfrm>
              <a:off x="1064428" y="2000938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0"/>
                  </a:moveTo>
                  <a:lnTo>
                    <a:pt x="0" y="87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1" name="Google Shape;201;p1"/>
            <p:cNvSpPr/>
            <p:nvPr/>
          </p:nvSpPr>
          <p:spPr>
            <a:xfrm>
              <a:off x="1064428" y="2043633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1"/>
                  </a:moveTo>
                  <a:lnTo>
                    <a:pt x="0" y="87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2" name="Google Shape;202;p1"/>
            <p:cNvSpPr/>
            <p:nvPr/>
          </p:nvSpPr>
          <p:spPr>
            <a:xfrm>
              <a:off x="1064428" y="2086329"/>
              <a:ext cx="301298" cy="50392"/>
            </a:xfrm>
            <a:custGeom>
              <a:avLst/>
              <a:gdLst/>
              <a:ahLst/>
              <a:cxnLst/>
              <a:rect l="l" t="t" r="r" b="b"/>
              <a:pathLst>
                <a:path w="2858" h="478" extrusionOk="0">
                  <a:moveTo>
                    <a:pt x="15" y="1"/>
                  </a:moveTo>
                  <a:lnTo>
                    <a:pt x="0" y="87"/>
                  </a:lnTo>
                  <a:lnTo>
                    <a:pt x="2847" y="477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3" name="Google Shape;203;p1"/>
            <p:cNvSpPr/>
            <p:nvPr/>
          </p:nvSpPr>
          <p:spPr>
            <a:xfrm>
              <a:off x="1064428" y="2129130"/>
              <a:ext cx="301298" cy="50287"/>
            </a:xfrm>
            <a:custGeom>
              <a:avLst/>
              <a:gdLst/>
              <a:ahLst/>
              <a:cxnLst/>
              <a:rect l="l" t="t" r="r" b="b"/>
              <a:pathLst>
                <a:path w="2858" h="477" extrusionOk="0">
                  <a:moveTo>
                    <a:pt x="15" y="0"/>
                  </a:moveTo>
                  <a:lnTo>
                    <a:pt x="0" y="86"/>
                  </a:lnTo>
                  <a:lnTo>
                    <a:pt x="2847" y="476"/>
                  </a:lnTo>
                  <a:lnTo>
                    <a:pt x="2857" y="39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4" name="Google Shape;204;p1"/>
            <p:cNvSpPr/>
            <p:nvPr/>
          </p:nvSpPr>
          <p:spPr>
            <a:xfrm>
              <a:off x="1064428" y="2171826"/>
              <a:ext cx="301298" cy="50814"/>
            </a:xfrm>
            <a:custGeom>
              <a:avLst/>
              <a:gdLst/>
              <a:ahLst/>
              <a:cxnLst/>
              <a:rect l="l" t="t" r="r" b="b"/>
              <a:pathLst>
                <a:path w="2858" h="482" extrusionOk="0">
                  <a:moveTo>
                    <a:pt x="15" y="0"/>
                  </a:moveTo>
                  <a:lnTo>
                    <a:pt x="0" y="86"/>
                  </a:lnTo>
                  <a:lnTo>
                    <a:pt x="2847" y="482"/>
                  </a:lnTo>
                  <a:lnTo>
                    <a:pt x="2857" y="395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5" name="Google Shape;205;p1"/>
            <p:cNvSpPr/>
            <p:nvPr/>
          </p:nvSpPr>
          <p:spPr>
            <a:xfrm>
              <a:off x="1064428" y="2214521"/>
              <a:ext cx="301298" cy="50814"/>
            </a:xfrm>
            <a:custGeom>
              <a:avLst/>
              <a:gdLst/>
              <a:ahLst/>
              <a:cxnLst/>
              <a:rect l="l" t="t" r="r" b="b"/>
              <a:pathLst>
                <a:path w="2858" h="482" extrusionOk="0">
                  <a:moveTo>
                    <a:pt x="15" y="1"/>
                  </a:moveTo>
                  <a:lnTo>
                    <a:pt x="0" y="87"/>
                  </a:lnTo>
                  <a:lnTo>
                    <a:pt x="2847" y="482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6" name="Google Shape;206;p1"/>
            <p:cNvSpPr/>
            <p:nvPr/>
          </p:nvSpPr>
          <p:spPr>
            <a:xfrm>
              <a:off x="1064428" y="2257217"/>
              <a:ext cx="301298" cy="50919"/>
            </a:xfrm>
            <a:custGeom>
              <a:avLst/>
              <a:gdLst/>
              <a:ahLst/>
              <a:cxnLst/>
              <a:rect l="l" t="t" r="r" b="b"/>
              <a:pathLst>
                <a:path w="2858" h="483" extrusionOk="0">
                  <a:moveTo>
                    <a:pt x="15" y="1"/>
                  </a:moveTo>
                  <a:lnTo>
                    <a:pt x="0" y="87"/>
                  </a:lnTo>
                  <a:lnTo>
                    <a:pt x="2847" y="482"/>
                  </a:lnTo>
                  <a:lnTo>
                    <a:pt x="2857" y="396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1"/>
            <p:cNvSpPr/>
            <p:nvPr/>
          </p:nvSpPr>
          <p:spPr>
            <a:xfrm>
              <a:off x="1766113" y="3299621"/>
              <a:ext cx="549567" cy="149173"/>
            </a:xfrm>
            <a:custGeom>
              <a:avLst/>
              <a:gdLst/>
              <a:ahLst/>
              <a:cxnLst/>
              <a:rect l="l" t="t" r="r" b="b"/>
              <a:pathLst>
                <a:path w="5213" h="1415" extrusionOk="0">
                  <a:moveTo>
                    <a:pt x="0" y="1"/>
                  </a:moveTo>
                  <a:lnTo>
                    <a:pt x="0" y="690"/>
                  </a:lnTo>
                  <a:lnTo>
                    <a:pt x="5213" y="1414"/>
                  </a:lnTo>
                  <a:lnTo>
                    <a:pt x="5213" y="720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6C6C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1"/>
            <p:cNvSpPr/>
            <p:nvPr/>
          </p:nvSpPr>
          <p:spPr>
            <a:xfrm>
              <a:off x="826808" y="2318888"/>
              <a:ext cx="441720" cy="637490"/>
            </a:xfrm>
            <a:custGeom>
              <a:avLst/>
              <a:gdLst/>
              <a:ahLst/>
              <a:cxnLst/>
              <a:rect l="l" t="t" r="r" b="b"/>
              <a:pathLst>
                <a:path w="4190" h="6047" extrusionOk="0">
                  <a:moveTo>
                    <a:pt x="2175" y="1"/>
                  </a:moveTo>
                  <a:cubicBezTo>
                    <a:pt x="1886" y="1"/>
                    <a:pt x="551" y="1638"/>
                    <a:pt x="279" y="2004"/>
                  </a:cubicBezTo>
                  <a:cubicBezTo>
                    <a:pt x="0" y="2379"/>
                    <a:pt x="101" y="5135"/>
                    <a:pt x="101" y="5135"/>
                  </a:cubicBezTo>
                  <a:lnTo>
                    <a:pt x="1185" y="6047"/>
                  </a:lnTo>
                  <a:cubicBezTo>
                    <a:pt x="2989" y="5302"/>
                    <a:pt x="2543" y="3397"/>
                    <a:pt x="2543" y="3397"/>
                  </a:cubicBezTo>
                  <a:cubicBezTo>
                    <a:pt x="2543" y="3397"/>
                    <a:pt x="4189" y="2779"/>
                    <a:pt x="4169" y="2587"/>
                  </a:cubicBezTo>
                  <a:cubicBezTo>
                    <a:pt x="4165" y="2531"/>
                    <a:pt x="4035" y="2512"/>
                    <a:pt x="3852" y="2512"/>
                  </a:cubicBezTo>
                  <a:cubicBezTo>
                    <a:pt x="3400" y="2512"/>
                    <a:pt x="2624" y="2632"/>
                    <a:pt x="2624" y="2632"/>
                  </a:cubicBezTo>
                  <a:cubicBezTo>
                    <a:pt x="2624" y="2632"/>
                    <a:pt x="4128" y="1695"/>
                    <a:pt x="4037" y="1447"/>
                  </a:cubicBezTo>
                  <a:cubicBezTo>
                    <a:pt x="4026" y="1415"/>
                    <a:pt x="3987" y="1401"/>
                    <a:pt x="3927" y="1401"/>
                  </a:cubicBezTo>
                  <a:cubicBezTo>
                    <a:pt x="3528" y="1401"/>
                    <a:pt x="2219" y="2025"/>
                    <a:pt x="2219" y="2025"/>
                  </a:cubicBezTo>
                  <a:cubicBezTo>
                    <a:pt x="2219" y="2025"/>
                    <a:pt x="3703" y="434"/>
                    <a:pt x="3470" y="292"/>
                  </a:cubicBezTo>
                  <a:cubicBezTo>
                    <a:pt x="3460" y="286"/>
                    <a:pt x="3447" y="283"/>
                    <a:pt x="3431" y="283"/>
                  </a:cubicBezTo>
                  <a:cubicBezTo>
                    <a:pt x="3081" y="283"/>
                    <a:pt x="1434" y="1731"/>
                    <a:pt x="1434" y="1731"/>
                  </a:cubicBezTo>
                  <a:cubicBezTo>
                    <a:pt x="1434" y="1731"/>
                    <a:pt x="2442" y="79"/>
                    <a:pt x="2193" y="3"/>
                  </a:cubicBezTo>
                  <a:cubicBezTo>
                    <a:pt x="2188" y="2"/>
                    <a:pt x="2182" y="1"/>
                    <a:pt x="2175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1"/>
            <p:cNvSpPr/>
            <p:nvPr/>
          </p:nvSpPr>
          <p:spPr>
            <a:xfrm>
              <a:off x="3492601" y="2318888"/>
              <a:ext cx="441720" cy="637490"/>
            </a:xfrm>
            <a:custGeom>
              <a:avLst/>
              <a:gdLst/>
              <a:ahLst/>
              <a:cxnLst/>
              <a:rect l="l" t="t" r="r" b="b"/>
              <a:pathLst>
                <a:path w="4190" h="6047" extrusionOk="0">
                  <a:moveTo>
                    <a:pt x="2015" y="1"/>
                  </a:moveTo>
                  <a:cubicBezTo>
                    <a:pt x="2008" y="1"/>
                    <a:pt x="2002" y="2"/>
                    <a:pt x="1996" y="3"/>
                  </a:cubicBezTo>
                  <a:cubicBezTo>
                    <a:pt x="1748" y="79"/>
                    <a:pt x="2756" y="1731"/>
                    <a:pt x="2756" y="1731"/>
                  </a:cubicBezTo>
                  <a:cubicBezTo>
                    <a:pt x="2756" y="1731"/>
                    <a:pt x="1109" y="283"/>
                    <a:pt x="759" y="283"/>
                  </a:cubicBezTo>
                  <a:cubicBezTo>
                    <a:pt x="743" y="283"/>
                    <a:pt x="730" y="286"/>
                    <a:pt x="720" y="292"/>
                  </a:cubicBezTo>
                  <a:cubicBezTo>
                    <a:pt x="487" y="434"/>
                    <a:pt x="1971" y="2025"/>
                    <a:pt x="1971" y="2025"/>
                  </a:cubicBezTo>
                  <a:cubicBezTo>
                    <a:pt x="1971" y="2025"/>
                    <a:pt x="662" y="1401"/>
                    <a:pt x="263" y="1401"/>
                  </a:cubicBezTo>
                  <a:cubicBezTo>
                    <a:pt x="203" y="1401"/>
                    <a:pt x="164" y="1415"/>
                    <a:pt x="152" y="1447"/>
                  </a:cubicBezTo>
                  <a:cubicBezTo>
                    <a:pt x="61" y="1695"/>
                    <a:pt x="1566" y="2632"/>
                    <a:pt x="1566" y="2632"/>
                  </a:cubicBezTo>
                  <a:cubicBezTo>
                    <a:pt x="1566" y="2632"/>
                    <a:pt x="790" y="2512"/>
                    <a:pt x="338" y="2512"/>
                  </a:cubicBezTo>
                  <a:cubicBezTo>
                    <a:pt x="155" y="2512"/>
                    <a:pt x="25" y="2531"/>
                    <a:pt x="21" y="2587"/>
                  </a:cubicBezTo>
                  <a:cubicBezTo>
                    <a:pt x="0" y="2779"/>
                    <a:pt x="1647" y="3397"/>
                    <a:pt x="1647" y="3397"/>
                  </a:cubicBezTo>
                  <a:cubicBezTo>
                    <a:pt x="1647" y="3397"/>
                    <a:pt x="1201" y="5302"/>
                    <a:pt x="3004" y="6047"/>
                  </a:cubicBezTo>
                  <a:lnTo>
                    <a:pt x="4088" y="5135"/>
                  </a:lnTo>
                  <a:cubicBezTo>
                    <a:pt x="4088" y="5135"/>
                    <a:pt x="4190" y="2379"/>
                    <a:pt x="3911" y="2004"/>
                  </a:cubicBezTo>
                  <a:cubicBezTo>
                    <a:pt x="3639" y="1638"/>
                    <a:pt x="2303" y="1"/>
                    <a:pt x="2015" y="1"/>
                  </a:cubicBezTo>
                  <a:close/>
                </a:path>
              </a:pathLst>
            </a:custGeom>
            <a:solidFill>
              <a:srgbClr val="FAC5A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10" name="Google Shape;21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98275" cy="96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"/>
          <p:cNvSpPr txBox="1">
            <a:spLocks noGrp="1"/>
          </p:cNvSpPr>
          <p:nvPr>
            <p:ph type="title"/>
          </p:nvPr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DATA DESCRIPTION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A855EE5-F155-2D7D-FF35-9083E45B0674}"/>
              </a:ext>
            </a:extLst>
          </p:cNvPr>
          <p:cNvSpPr/>
          <p:nvPr/>
        </p:nvSpPr>
        <p:spPr>
          <a:xfrm>
            <a:off x="725675" y="1358134"/>
            <a:ext cx="7518793" cy="1865350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410" name="Google Shape;410;p5"/>
          <p:cNvPicPr preferRelativeResize="0"/>
          <p:nvPr/>
        </p:nvPicPr>
        <p:blipFill rotWithShape="1">
          <a:blip r:embed="rId3">
            <a:alphaModFix/>
          </a:blip>
          <a:srcRect l="12967" r="2410" b="27457"/>
          <a:stretch/>
        </p:blipFill>
        <p:spPr>
          <a:xfrm>
            <a:off x="766562" y="1382355"/>
            <a:ext cx="7437018" cy="184112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3F25F06C-5AD6-15D8-3145-625A65765DC2}"/>
              </a:ext>
            </a:extLst>
          </p:cNvPr>
          <p:cNvGrpSpPr/>
          <p:nvPr/>
        </p:nvGrpSpPr>
        <p:grpSpPr>
          <a:xfrm>
            <a:off x="725675" y="3761145"/>
            <a:ext cx="2417464" cy="572700"/>
            <a:chOff x="380002" y="72473"/>
            <a:chExt cx="2279839" cy="395209"/>
          </a:xfrm>
        </p:grpSpPr>
        <p:sp>
          <p:nvSpPr>
            <p:cNvPr id="3" name="Google Shape;1363;p26">
              <a:extLst>
                <a:ext uri="{FF2B5EF4-FFF2-40B4-BE49-F238E27FC236}">
                  <a16:creationId xmlns:a16="http://schemas.microsoft.com/office/drawing/2014/main" id="{D1D81D64-4ECD-BF74-0F15-5AB2DAFCD00C}"/>
                </a:ext>
              </a:extLst>
            </p:cNvPr>
            <p:cNvSpPr/>
            <p:nvPr/>
          </p:nvSpPr>
          <p:spPr>
            <a:xfrm>
              <a:off x="1623641" y="82084"/>
              <a:ext cx="1036200" cy="38559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b="0" i="0" u="none" strike="noStrike" dirty="0">
                  <a:solidFill>
                    <a:srgbClr val="00000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44961</a:t>
              </a:r>
              <a:endParaRPr dirty="0"/>
            </a:p>
          </p:txBody>
        </p:sp>
        <p:sp>
          <p:nvSpPr>
            <p:cNvPr id="4" name="Google Shape;1353;p26">
              <a:extLst>
                <a:ext uri="{FF2B5EF4-FFF2-40B4-BE49-F238E27FC236}">
                  <a16:creationId xmlns:a16="http://schemas.microsoft.com/office/drawing/2014/main" id="{296F78AF-1611-037E-930A-E48E29AEEBE9}"/>
                </a:ext>
              </a:extLst>
            </p:cNvPr>
            <p:cNvSpPr/>
            <p:nvPr/>
          </p:nvSpPr>
          <p:spPr>
            <a:xfrm>
              <a:off x="380002" y="72473"/>
              <a:ext cx="1649436" cy="395209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Size of the data</a:t>
              </a:r>
              <a:endPara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11FB78FF-32FF-5F29-040B-E322A75740BA}"/>
              </a:ext>
            </a:extLst>
          </p:cNvPr>
          <p:cNvGrpSpPr/>
          <p:nvPr/>
        </p:nvGrpSpPr>
        <p:grpSpPr>
          <a:xfrm>
            <a:off x="6067767" y="3780412"/>
            <a:ext cx="2410029" cy="558773"/>
            <a:chOff x="387012" y="72647"/>
            <a:chExt cx="2272829" cy="395209"/>
          </a:xfrm>
        </p:grpSpPr>
        <p:sp>
          <p:nvSpPr>
            <p:cNvPr id="6" name="Google Shape;1363;p26">
              <a:extLst>
                <a:ext uri="{FF2B5EF4-FFF2-40B4-BE49-F238E27FC236}">
                  <a16:creationId xmlns:a16="http://schemas.microsoft.com/office/drawing/2014/main" id="{92DF518B-09F1-7555-200A-B98805DCECFE}"/>
                </a:ext>
              </a:extLst>
            </p:cNvPr>
            <p:cNvSpPr/>
            <p:nvPr/>
          </p:nvSpPr>
          <p:spPr>
            <a:xfrm>
              <a:off x="1623641" y="82084"/>
              <a:ext cx="1036200" cy="385598"/>
            </a:xfrm>
            <a:prstGeom prst="roundRect">
              <a:avLst>
                <a:gd name="adj" fmla="val 50000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5</a:t>
              </a:r>
              <a:endParaRPr dirty="0"/>
            </a:p>
          </p:txBody>
        </p:sp>
        <p:sp>
          <p:nvSpPr>
            <p:cNvPr id="7" name="Google Shape;1353;p26">
              <a:extLst>
                <a:ext uri="{FF2B5EF4-FFF2-40B4-BE49-F238E27FC236}">
                  <a16:creationId xmlns:a16="http://schemas.microsoft.com/office/drawing/2014/main" id="{7D4CD915-ACC2-3B48-D689-0024C7422CA9}"/>
                </a:ext>
              </a:extLst>
            </p:cNvPr>
            <p:cNvSpPr/>
            <p:nvPr/>
          </p:nvSpPr>
          <p:spPr>
            <a:xfrm>
              <a:off x="387012" y="72647"/>
              <a:ext cx="1649436" cy="395209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Number of variables</a:t>
              </a:r>
              <a:endParaRPr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62;g1eea5186251_3_4">
            <a:extLst>
              <a:ext uri="{FF2B5EF4-FFF2-40B4-BE49-F238E27FC236}">
                <a16:creationId xmlns:a16="http://schemas.microsoft.com/office/drawing/2014/main" id="{2729D14B-F70C-3690-B50F-7996D9CF13A9}"/>
              </a:ext>
            </a:extLst>
          </p:cNvPr>
          <p:cNvSpPr txBox="1">
            <a:spLocks/>
          </p:cNvSpPr>
          <p:nvPr/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"/>
              <a:buNone/>
              <a:defRPr sz="4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400"/>
            </a:pPr>
            <a:r>
              <a:rPr lang="en-US" sz="2400" dirty="0">
                <a:latin typeface="Times New Roman"/>
                <a:cs typeface="Times New Roman"/>
                <a:sym typeface="Times New Roman"/>
              </a:rPr>
              <a:t>PROJECT RECAP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AF94C30-B575-40B5-7B4A-F719B55FECA0}"/>
              </a:ext>
            </a:extLst>
          </p:cNvPr>
          <p:cNvGrpSpPr/>
          <p:nvPr/>
        </p:nvGrpSpPr>
        <p:grpSpPr>
          <a:xfrm>
            <a:off x="1858949" y="1939382"/>
            <a:ext cx="1875304" cy="695101"/>
            <a:chOff x="617040" y="2224200"/>
            <a:chExt cx="1875304" cy="695101"/>
          </a:xfrm>
        </p:grpSpPr>
        <p:sp>
          <p:nvSpPr>
            <p:cNvPr id="10" name="Flowchart: Off-page Connector 9">
              <a:extLst>
                <a:ext uri="{FF2B5EF4-FFF2-40B4-BE49-F238E27FC236}">
                  <a16:creationId xmlns:a16="http://schemas.microsoft.com/office/drawing/2014/main" id="{E1401236-CB95-6BB2-911B-C320F2BE1BB8}"/>
                </a:ext>
              </a:extLst>
            </p:cNvPr>
            <p:cNvSpPr/>
            <p:nvPr/>
          </p:nvSpPr>
          <p:spPr>
            <a:xfrm rot="16200000">
              <a:off x="1207141" y="1634099"/>
              <a:ext cx="695101" cy="1875304"/>
            </a:xfrm>
            <a:prstGeom prst="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1ADD24D-B25E-E89C-1C2E-B5166BE7F444}"/>
                </a:ext>
              </a:extLst>
            </p:cNvPr>
            <p:cNvSpPr txBox="1"/>
            <p:nvPr/>
          </p:nvSpPr>
          <p:spPr>
            <a:xfrm>
              <a:off x="706244" y="2326006"/>
              <a:ext cx="13827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 Preprocessing</a:t>
              </a:r>
              <a:endParaRPr lang="en-IN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F05E11D-255B-FE99-A843-C168DACD64A7}"/>
              </a:ext>
            </a:extLst>
          </p:cNvPr>
          <p:cNvGrpSpPr/>
          <p:nvPr/>
        </p:nvGrpSpPr>
        <p:grpSpPr>
          <a:xfrm>
            <a:off x="5501268" y="1933466"/>
            <a:ext cx="1971201" cy="738664"/>
            <a:chOff x="2642089" y="2224198"/>
            <a:chExt cx="1875304" cy="695101"/>
          </a:xfrm>
        </p:grpSpPr>
        <p:sp>
          <p:nvSpPr>
            <p:cNvPr id="11" name="Flowchart: Off-page Connector 10">
              <a:extLst>
                <a:ext uri="{FF2B5EF4-FFF2-40B4-BE49-F238E27FC236}">
                  <a16:creationId xmlns:a16="http://schemas.microsoft.com/office/drawing/2014/main" id="{229FBC6D-7986-043C-7FBF-F34273FB4BCA}"/>
                </a:ext>
              </a:extLst>
            </p:cNvPr>
            <p:cNvSpPr/>
            <p:nvPr/>
          </p:nvSpPr>
          <p:spPr>
            <a:xfrm rot="16200000">
              <a:off x="3232190" y="1634097"/>
              <a:ext cx="695101" cy="1875304"/>
            </a:xfrm>
            <a:prstGeom prst="rect">
              <a:avLst/>
            </a:prstGeom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FF1322CC-D9F1-FAA0-DF7E-661D42D6E472}"/>
                </a:ext>
              </a:extLst>
            </p:cNvPr>
            <p:cNvSpPr txBox="1"/>
            <p:nvPr/>
          </p:nvSpPr>
          <p:spPr>
            <a:xfrm>
              <a:off x="2857956" y="2323777"/>
              <a:ext cx="138275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Data Visualization</a:t>
              </a:r>
              <a:endParaRPr lang="en-IN" dirty="0"/>
            </a:p>
          </p:txBody>
        </p:sp>
      </p:grp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C09C97-F886-04CC-733B-CB3C3E1956CE}"/>
              </a:ext>
            </a:extLst>
          </p:cNvPr>
          <p:cNvCxnSpPr/>
          <p:nvPr/>
        </p:nvCxnSpPr>
        <p:spPr>
          <a:xfrm>
            <a:off x="1769326" y="689316"/>
            <a:ext cx="959005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0EFF99E-26AB-0620-7D70-9E2266533AB0}"/>
              </a:ext>
            </a:extLst>
          </p:cNvPr>
          <p:cNvCxnSpPr/>
          <p:nvPr/>
        </p:nvCxnSpPr>
        <p:spPr>
          <a:xfrm>
            <a:off x="6174057" y="683539"/>
            <a:ext cx="959005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6752ED83-F48E-129A-8C7B-3232D55AA7B0}"/>
              </a:ext>
            </a:extLst>
          </p:cNvPr>
          <p:cNvSpPr txBox="1"/>
          <p:nvPr/>
        </p:nvSpPr>
        <p:spPr>
          <a:xfrm>
            <a:off x="1729447" y="2921621"/>
            <a:ext cx="205528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No missing values in the data</a:t>
            </a:r>
          </a:p>
          <a:p>
            <a:pPr marL="285750" indent="-285750">
              <a:buFontTx/>
              <a:buChar char="-"/>
            </a:pPr>
            <a:r>
              <a:rPr lang="en-US" dirty="0"/>
              <a:t>Deleted variables which were not useful</a:t>
            </a:r>
          </a:p>
          <a:p>
            <a:pPr marL="285750" indent="-285750">
              <a:buFontTx/>
              <a:buChar char="-"/>
            </a:pPr>
            <a:r>
              <a:rPr lang="en-US" dirty="0"/>
              <a:t>Text processing using NLP</a:t>
            </a:r>
            <a:endParaRPr lang="en-IN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6DBD7C1-2C56-D6BC-EC35-A83D320FB939}"/>
              </a:ext>
            </a:extLst>
          </p:cNvPr>
          <p:cNvSpPr txBox="1"/>
          <p:nvPr/>
        </p:nvSpPr>
        <p:spPr>
          <a:xfrm>
            <a:off x="5407840" y="2921621"/>
            <a:ext cx="177379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err="1"/>
              <a:t>Barplot</a:t>
            </a:r>
            <a:r>
              <a:rPr lang="en-US" dirty="0"/>
              <a:t> to understand the most frequent words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WordCloud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67574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1A09298-2D12-C068-E55E-0EDC59F53577}"/>
              </a:ext>
            </a:extLst>
          </p:cNvPr>
          <p:cNvSpPr txBox="1"/>
          <p:nvPr/>
        </p:nvSpPr>
        <p:spPr>
          <a:xfrm>
            <a:off x="111512" y="1821366"/>
            <a:ext cx="342714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</a:t>
            </a:r>
          </a:p>
          <a:p>
            <a:pPr algn="ctr"/>
            <a:r>
              <a:rPr lang="en-US" sz="4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USED</a:t>
            </a:r>
            <a:endParaRPr lang="en-IN" sz="4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Google Shape;435;g1eea5186251_2_40">
            <a:extLst>
              <a:ext uri="{FF2B5EF4-FFF2-40B4-BE49-F238E27FC236}">
                <a16:creationId xmlns:a16="http://schemas.microsoft.com/office/drawing/2014/main" id="{0E583656-10B3-C2B1-4D33-66FD8228C8D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047" y="7481855"/>
            <a:ext cx="6255026" cy="6231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TextBox 88">
            <a:extLst>
              <a:ext uri="{FF2B5EF4-FFF2-40B4-BE49-F238E27FC236}">
                <a16:creationId xmlns:a16="http://schemas.microsoft.com/office/drawing/2014/main" id="{0EE75E84-71BD-2C90-A2A6-AB47D55D733E}"/>
              </a:ext>
            </a:extLst>
          </p:cNvPr>
          <p:cNvSpPr txBox="1"/>
          <p:nvPr/>
        </p:nvSpPr>
        <p:spPr>
          <a:xfrm>
            <a:off x="-388620" y="5364480"/>
            <a:ext cx="30708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nandana</a:t>
            </a:r>
            <a:endParaRPr lang="en-IN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37F9591-E2B1-2098-BC0D-BB145461403D}"/>
              </a:ext>
            </a:extLst>
          </p:cNvPr>
          <p:cNvGrpSpPr/>
          <p:nvPr/>
        </p:nvGrpSpPr>
        <p:grpSpPr>
          <a:xfrm>
            <a:off x="4315859" y="3548605"/>
            <a:ext cx="3319007" cy="832166"/>
            <a:chOff x="3650162" y="313974"/>
            <a:chExt cx="2267415" cy="626683"/>
          </a:xfrm>
          <a:solidFill>
            <a:schemeClr val="accent5"/>
          </a:solidFill>
        </p:grpSpPr>
        <p:sp>
          <p:nvSpPr>
            <p:cNvPr id="11" name="Google Shape;2770;p45">
              <a:extLst>
                <a:ext uri="{FF2B5EF4-FFF2-40B4-BE49-F238E27FC236}">
                  <a16:creationId xmlns:a16="http://schemas.microsoft.com/office/drawing/2014/main" id="{B5200293-3F9D-2B9C-AAF3-BC1D175EB825}"/>
                </a:ext>
              </a:extLst>
            </p:cNvPr>
            <p:cNvSpPr/>
            <p:nvPr/>
          </p:nvSpPr>
          <p:spPr>
            <a:xfrm flipH="1">
              <a:off x="3650162" y="313974"/>
              <a:ext cx="2267415" cy="62668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E6EF6E4-B503-72D4-7F52-C4CBE9AA2591}"/>
                </a:ext>
              </a:extLst>
            </p:cNvPr>
            <p:cNvSpPr txBox="1"/>
            <p:nvPr/>
          </p:nvSpPr>
          <p:spPr>
            <a:xfrm>
              <a:off x="4018138" y="457790"/>
              <a:ext cx="1524901" cy="27813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Decision tree</a:t>
              </a:r>
              <a:endPara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5EDAD1D-3EEB-75DB-97B3-57123F0A3FAD}"/>
              </a:ext>
            </a:extLst>
          </p:cNvPr>
          <p:cNvGrpSpPr/>
          <p:nvPr/>
        </p:nvGrpSpPr>
        <p:grpSpPr>
          <a:xfrm>
            <a:off x="4315859" y="2038766"/>
            <a:ext cx="3319007" cy="832166"/>
            <a:chOff x="3650162" y="313974"/>
            <a:chExt cx="2267415" cy="626683"/>
          </a:xfrm>
          <a:solidFill>
            <a:schemeClr val="accent5">
              <a:lumMod val="75000"/>
            </a:schemeClr>
          </a:solidFill>
        </p:grpSpPr>
        <p:sp>
          <p:nvSpPr>
            <p:cNvPr id="14" name="Google Shape;2770;p45">
              <a:extLst>
                <a:ext uri="{FF2B5EF4-FFF2-40B4-BE49-F238E27FC236}">
                  <a16:creationId xmlns:a16="http://schemas.microsoft.com/office/drawing/2014/main" id="{F779F701-9A6E-FCFF-8D07-7D0FDF9D9D63}"/>
                </a:ext>
              </a:extLst>
            </p:cNvPr>
            <p:cNvSpPr/>
            <p:nvPr/>
          </p:nvSpPr>
          <p:spPr>
            <a:xfrm flipH="1">
              <a:off x="3650162" y="313974"/>
              <a:ext cx="2267415" cy="62668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F91EDE3-6D05-150B-5218-105064020631}"/>
                </a:ext>
              </a:extLst>
            </p:cNvPr>
            <p:cNvSpPr txBox="1"/>
            <p:nvPr/>
          </p:nvSpPr>
          <p:spPr>
            <a:xfrm>
              <a:off x="3982588" y="484269"/>
              <a:ext cx="1641710" cy="27813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Random Forest</a:t>
              </a:r>
              <a:endPara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B2AC1C-3BD4-67E9-39B2-2E5C4D7CC21E}"/>
              </a:ext>
            </a:extLst>
          </p:cNvPr>
          <p:cNvGrpSpPr/>
          <p:nvPr/>
        </p:nvGrpSpPr>
        <p:grpSpPr>
          <a:xfrm>
            <a:off x="4315859" y="447521"/>
            <a:ext cx="3319007" cy="832166"/>
            <a:chOff x="3650162" y="313974"/>
            <a:chExt cx="2267415" cy="626683"/>
          </a:xfrm>
          <a:solidFill>
            <a:schemeClr val="accent3"/>
          </a:solidFill>
        </p:grpSpPr>
        <p:sp>
          <p:nvSpPr>
            <p:cNvPr id="18" name="Google Shape;2770;p45">
              <a:extLst>
                <a:ext uri="{FF2B5EF4-FFF2-40B4-BE49-F238E27FC236}">
                  <a16:creationId xmlns:a16="http://schemas.microsoft.com/office/drawing/2014/main" id="{796D56D8-64BA-C04F-F6B6-60812E79D119}"/>
                </a:ext>
              </a:extLst>
            </p:cNvPr>
            <p:cNvSpPr/>
            <p:nvPr/>
          </p:nvSpPr>
          <p:spPr>
            <a:xfrm flipH="1">
              <a:off x="3650162" y="313974"/>
              <a:ext cx="2267415" cy="62668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5954334-9078-1DF3-13AB-427C7CC6911B}"/>
                </a:ext>
              </a:extLst>
            </p:cNvPr>
            <p:cNvSpPr txBox="1"/>
            <p:nvPr/>
          </p:nvSpPr>
          <p:spPr>
            <a:xfrm>
              <a:off x="3992746" y="456276"/>
              <a:ext cx="1550294" cy="27813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Logistic Regression</a:t>
              </a:r>
              <a:endPara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BAA0A206-B1F0-B0B8-79E0-1FD94D8BD3D2}"/>
              </a:ext>
            </a:extLst>
          </p:cNvPr>
          <p:cNvCxnSpPr>
            <a:cxnSpLocks/>
            <a:stCxn id="5" idx="0"/>
            <a:endCxn id="18" idx="3"/>
          </p:cNvCxnSpPr>
          <p:nvPr/>
        </p:nvCxnSpPr>
        <p:spPr>
          <a:xfrm rot="5400000" flipH="1" flipV="1">
            <a:off x="2617609" y="71078"/>
            <a:ext cx="905724" cy="24907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ctor: Elbow 34">
            <a:extLst>
              <a:ext uri="{FF2B5EF4-FFF2-40B4-BE49-F238E27FC236}">
                <a16:creationId xmlns:a16="http://schemas.microsoft.com/office/drawing/2014/main" id="{45112D72-64F6-E226-4346-7AE439417E8D}"/>
              </a:ext>
            </a:extLst>
          </p:cNvPr>
          <p:cNvCxnSpPr>
            <a:cxnSpLocks/>
            <a:stCxn id="5" idx="2"/>
            <a:endCxn id="11" idx="3"/>
          </p:cNvCxnSpPr>
          <p:nvPr/>
        </p:nvCxnSpPr>
        <p:spPr>
          <a:xfrm rot="16200000" flipH="1">
            <a:off x="2660530" y="2309359"/>
            <a:ext cx="819882" cy="249077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0E1A646-B886-FCE4-ECBA-FFEE2FEBE695}"/>
              </a:ext>
            </a:extLst>
          </p:cNvPr>
          <p:cNvCxnSpPr>
            <a:cxnSpLocks/>
          </p:cNvCxnSpPr>
          <p:nvPr/>
        </p:nvCxnSpPr>
        <p:spPr>
          <a:xfrm>
            <a:off x="3070471" y="2447001"/>
            <a:ext cx="1245388" cy="142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14382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0825AC-CDBF-C81D-F554-94A392747F7C}"/>
              </a:ext>
            </a:extLst>
          </p:cNvPr>
          <p:cNvGrpSpPr/>
          <p:nvPr/>
        </p:nvGrpSpPr>
        <p:grpSpPr>
          <a:xfrm>
            <a:off x="253780" y="2281496"/>
            <a:ext cx="2209820" cy="530513"/>
            <a:chOff x="3650162" y="313974"/>
            <a:chExt cx="2267415" cy="626683"/>
          </a:xfrm>
          <a:solidFill>
            <a:schemeClr val="bg1">
              <a:lumMod val="85000"/>
            </a:schemeClr>
          </a:solidFill>
        </p:grpSpPr>
        <p:sp>
          <p:nvSpPr>
            <p:cNvPr id="3" name="Google Shape;2770;p45">
              <a:extLst>
                <a:ext uri="{FF2B5EF4-FFF2-40B4-BE49-F238E27FC236}">
                  <a16:creationId xmlns:a16="http://schemas.microsoft.com/office/drawing/2014/main" id="{A17D9625-F1EC-23C3-1999-7FA278DA6779}"/>
                </a:ext>
              </a:extLst>
            </p:cNvPr>
            <p:cNvSpPr/>
            <p:nvPr/>
          </p:nvSpPr>
          <p:spPr>
            <a:xfrm flipH="1">
              <a:off x="3650162" y="313974"/>
              <a:ext cx="2267415" cy="62668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ACC651-B170-AF95-C371-F8DB2B3AF84F}"/>
                </a:ext>
              </a:extLst>
            </p:cNvPr>
            <p:cNvSpPr txBox="1"/>
            <p:nvPr/>
          </p:nvSpPr>
          <p:spPr>
            <a:xfrm>
              <a:off x="3847531" y="383496"/>
              <a:ext cx="1776767" cy="43628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endParaRPr lang="en-IN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F7CBA5A-B884-15F3-84BA-355837C605DF}"/>
              </a:ext>
            </a:extLst>
          </p:cNvPr>
          <p:cNvSpPr/>
          <p:nvPr/>
        </p:nvSpPr>
        <p:spPr>
          <a:xfrm>
            <a:off x="0" y="-59473"/>
            <a:ext cx="4633513" cy="892098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25677C-FFEE-47E6-5EB1-3A54CDA96B09}"/>
              </a:ext>
            </a:extLst>
          </p:cNvPr>
          <p:cNvSpPr txBox="1"/>
          <p:nvPr/>
        </p:nvSpPr>
        <p:spPr>
          <a:xfrm>
            <a:off x="253780" y="115160"/>
            <a:ext cx="41259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3E9576D-F6C5-D302-F5EF-456408C3933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08"/>
          <a:stretch/>
        </p:blipFill>
        <p:spPr>
          <a:xfrm>
            <a:off x="4899451" y="2196881"/>
            <a:ext cx="4115450" cy="286214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CF68E1-076B-5DDD-8911-7EE0326A1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123" y="207225"/>
            <a:ext cx="4159778" cy="1866901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5772C2CE-B718-DA78-8A62-D0F6B390AB4F}"/>
              </a:ext>
            </a:extLst>
          </p:cNvPr>
          <p:cNvGrpSpPr/>
          <p:nvPr/>
        </p:nvGrpSpPr>
        <p:grpSpPr>
          <a:xfrm>
            <a:off x="253780" y="1302403"/>
            <a:ext cx="2209820" cy="530513"/>
            <a:chOff x="3650162" y="313974"/>
            <a:chExt cx="2267415" cy="626683"/>
          </a:xfrm>
          <a:solidFill>
            <a:schemeClr val="bg1">
              <a:lumMod val="85000"/>
            </a:schemeClr>
          </a:solidFill>
        </p:grpSpPr>
        <p:sp>
          <p:nvSpPr>
            <p:cNvPr id="20" name="Google Shape;2770;p45">
              <a:extLst>
                <a:ext uri="{FF2B5EF4-FFF2-40B4-BE49-F238E27FC236}">
                  <a16:creationId xmlns:a16="http://schemas.microsoft.com/office/drawing/2014/main" id="{87197616-235A-C4F6-85B9-6D71FE51273C}"/>
                </a:ext>
              </a:extLst>
            </p:cNvPr>
            <p:cNvSpPr/>
            <p:nvPr/>
          </p:nvSpPr>
          <p:spPr>
            <a:xfrm flipH="1">
              <a:off x="3650162" y="313974"/>
              <a:ext cx="2267415" cy="62668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F88F861-480D-889E-A420-D581C245696A}"/>
                </a:ext>
              </a:extLst>
            </p:cNvPr>
            <p:cNvSpPr txBox="1"/>
            <p:nvPr/>
          </p:nvSpPr>
          <p:spPr>
            <a:xfrm>
              <a:off x="3847531" y="383496"/>
              <a:ext cx="1776767" cy="43628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2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Library used</a:t>
              </a:r>
              <a:endParaRPr lang="en-IN" sz="18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3" name="Google Shape;437;g1eea5186251_2_40">
            <a:extLst>
              <a:ext uri="{FF2B5EF4-FFF2-40B4-BE49-F238E27FC236}">
                <a16:creationId xmlns:a16="http://schemas.microsoft.com/office/drawing/2014/main" id="{E6A0CDD1-107B-1420-2EA7-111A1EB5B68C}"/>
              </a:ext>
            </a:extLst>
          </p:cNvPr>
          <p:cNvSpPr txBox="1"/>
          <p:nvPr/>
        </p:nvSpPr>
        <p:spPr>
          <a:xfrm>
            <a:off x="2463600" y="1286268"/>
            <a:ext cx="1712211" cy="519308"/>
          </a:xfrm>
          <a:prstGeom prst="flowChartTerminator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Consolas" panose="020B0609020204030204" pitchFamily="49" charset="0"/>
                <a:ea typeface="Roboto" panose="02000000000000000000" pitchFamily="2" charset="0"/>
                <a:cs typeface="Times New Roman" panose="02020603050405020304" pitchFamily="18" charset="0"/>
              </a:rPr>
              <a:t>Scikit-learn</a:t>
            </a:r>
            <a:endParaRPr sz="1200" dirty="0">
              <a:solidFill>
                <a:schemeClr val="tx1">
                  <a:lumMod val="85000"/>
                  <a:lumOff val="15000"/>
                </a:schemeClr>
              </a:solidFill>
              <a:latin typeface="Consolas" panose="020B0609020204030204" pitchFamily="49" charset="0"/>
              <a:ea typeface="Roboto" panose="02000000000000000000" pitchFamily="2" charset="0"/>
              <a:cs typeface="Times New Roman" panose="02020603050405020304" pitchFamily="18" charset="0"/>
              <a:sym typeface="Roboto"/>
            </a:endParaRP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887D3D02-DDB7-9364-772F-1780AF5E332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356" t="-321" r="-356" b="-3489"/>
          <a:stretch/>
        </p:blipFill>
        <p:spPr>
          <a:xfrm>
            <a:off x="253780" y="3100039"/>
            <a:ext cx="4333653" cy="1650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7558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0825AC-CDBF-C81D-F554-94A392747F7C}"/>
              </a:ext>
            </a:extLst>
          </p:cNvPr>
          <p:cNvGrpSpPr/>
          <p:nvPr/>
        </p:nvGrpSpPr>
        <p:grpSpPr>
          <a:xfrm>
            <a:off x="158974" y="2401881"/>
            <a:ext cx="2209820" cy="530513"/>
            <a:chOff x="3650162" y="313974"/>
            <a:chExt cx="2267415" cy="626683"/>
          </a:xfrm>
          <a:solidFill>
            <a:schemeClr val="accent5"/>
          </a:solidFill>
        </p:grpSpPr>
        <p:sp>
          <p:nvSpPr>
            <p:cNvPr id="3" name="Google Shape;2770;p45">
              <a:extLst>
                <a:ext uri="{FF2B5EF4-FFF2-40B4-BE49-F238E27FC236}">
                  <a16:creationId xmlns:a16="http://schemas.microsoft.com/office/drawing/2014/main" id="{A17D9625-F1EC-23C3-1999-7FA278DA6779}"/>
                </a:ext>
              </a:extLst>
            </p:cNvPr>
            <p:cNvSpPr/>
            <p:nvPr/>
          </p:nvSpPr>
          <p:spPr>
            <a:xfrm flipH="1">
              <a:off x="3650162" y="313974"/>
              <a:ext cx="2267415" cy="62668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ACC651-B170-AF95-C371-F8DB2B3AF84F}"/>
                </a:ext>
              </a:extLst>
            </p:cNvPr>
            <p:cNvSpPr txBox="1"/>
            <p:nvPr/>
          </p:nvSpPr>
          <p:spPr>
            <a:xfrm>
              <a:off x="3847531" y="383496"/>
              <a:ext cx="1776767" cy="47341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endPara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2BE6DB7-40BA-C692-889B-BF84BF74524B}"/>
              </a:ext>
            </a:extLst>
          </p:cNvPr>
          <p:cNvGrpSpPr/>
          <p:nvPr/>
        </p:nvGrpSpPr>
        <p:grpSpPr>
          <a:xfrm>
            <a:off x="186232" y="1388842"/>
            <a:ext cx="3914429" cy="544477"/>
            <a:chOff x="3878596" y="461358"/>
            <a:chExt cx="3914429" cy="544477"/>
          </a:xfrm>
        </p:grpSpPr>
        <p:sp>
          <p:nvSpPr>
            <p:cNvPr id="10" name="Google Shape;437;g1eea5186251_2_40">
              <a:extLst>
                <a:ext uri="{FF2B5EF4-FFF2-40B4-BE49-F238E27FC236}">
                  <a16:creationId xmlns:a16="http://schemas.microsoft.com/office/drawing/2014/main" id="{2921B7CF-27C6-34B4-8274-A101470792EE}"/>
                </a:ext>
              </a:extLst>
            </p:cNvPr>
            <p:cNvSpPr txBox="1"/>
            <p:nvPr/>
          </p:nvSpPr>
          <p:spPr>
            <a:xfrm>
              <a:off x="6080814" y="461358"/>
              <a:ext cx="1712211" cy="519308"/>
            </a:xfrm>
            <a:prstGeom prst="flowChartTerminator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Roboto" panose="02000000000000000000" pitchFamily="2" charset="0"/>
                  <a:cs typeface="Times New Roman" panose="02020603050405020304" pitchFamily="18" charset="0"/>
                </a:rPr>
                <a:t>Scikit-learn</a:t>
              </a:r>
              <a:endParaRPr sz="1200" dirty="0">
                <a:solidFill>
                  <a:schemeClr val="tx1"/>
                </a:solidFill>
                <a:latin typeface="Consolas" panose="020B0609020204030204" pitchFamily="49" charset="0"/>
                <a:ea typeface="Roboto" panose="02000000000000000000" pitchFamily="2" charset="0"/>
                <a:cs typeface="Times New Roman" panose="02020603050405020304" pitchFamily="18" charset="0"/>
                <a:sym typeface="Roboto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E6C8F97-2308-693E-089E-44B813D14030}"/>
                </a:ext>
              </a:extLst>
            </p:cNvPr>
            <p:cNvGrpSpPr/>
            <p:nvPr/>
          </p:nvGrpSpPr>
          <p:grpSpPr>
            <a:xfrm>
              <a:off x="3878596" y="475322"/>
              <a:ext cx="2209820" cy="530513"/>
              <a:chOff x="3650162" y="313974"/>
              <a:chExt cx="2267415" cy="626683"/>
            </a:xfrm>
            <a:solidFill>
              <a:schemeClr val="accent5">
                <a:lumMod val="50000"/>
              </a:schemeClr>
            </a:solidFill>
          </p:grpSpPr>
          <p:sp>
            <p:nvSpPr>
              <p:cNvPr id="12" name="Google Shape;2770;p45">
                <a:extLst>
                  <a:ext uri="{FF2B5EF4-FFF2-40B4-BE49-F238E27FC236}">
                    <a16:creationId xmlns:a16="http://schemas.microsoft.com/office/drawing/2014/main" id="{E10DF552-A6BB-E6BB-6235-3F8766FA2820}"/>
                  </a:ext>
                </a:extLst>
              </p:cNvPr>
              <p:cNvSpPr/>
              <p:nvPr/>
            </p:nvSpPr>
            <p:spPr>
              <a:xfrm flipH="1">
                <a:off x="3650162" y="313974"/>
                <a:ext cx="2267415" cy="62668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70F0A5-EAF9-462C-457D-28B3BB224770}"/>
                  </a:ext>
                </a:extLst>
              </p:cNvPr>
              <p:cNvSpPr txBox="1"/>
              <p:nvPr/>
            </p:nvSpPr>
            <p:spPr>
              <a:xfrm>
                <a:off x="3847531" y="383496"/>
                <a:ext cx="1776767" cy="43628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Library used</a:t>
                </a:r>
                <a:endParaRPr lang="en-IN" sz="1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F7CBA5A-B884-15F3-84BA-355837C605DF}"/>
              </a:ext>
            </a:extLst>
          </p:cNvPr>
          <p:cNvSpPr/>
          <p:nvPr/>
        </p:nvSpPr>
        <p:spPr>
          <a:xfrm>
            <a:off x="0" y="-38274"/>
            <a:ext cx="4633513" cy="892098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25677C-FFEE-47E6-5EB1-3A54CDA96B09}"/>
              </a:ext>
            </a:extLst>
          </p:cNvPr>
          <p:cNvSpPr txBox="1"/>
          <p:nvPr/>
        </p:nvSpPr>
        <p:spPr>
          <a:xfrm>
            <a:off x="253780" y="115160"/>
            <a:ext cx="41259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7299BD3-C5BE-7810-251A-052BD4A85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7183" y="210046"/>
            <a:ext cx="4160881" cy="1775614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992E9E-DF31-3626-6BA8-D1DCF99981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10" y="3195979"/>
            <a:ext cx="4419989" cy="1947521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8044FE37-84FC-5E44-3020-E6EE15FE9723}"/>
              </a:ext>
            </a:extLst>
          </p:cNvPr>
          <p:cNvGrpSpPr/>
          <p:nvPr/>
        </p:nvGrpSpPr>
        <p:grpSpPr>
          <a:xfrm>
            <a:off x="5010614" y="1985660"/>
            <a:ext cx="4133386" cy="3157840"/>
            <a:chOff x="5010614" y="1985660"/>
            <a:chExt cx="4133386" cy="31578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260E424-A07A-B589-FEAD-21575159D1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10614" y="1985660"/>
              <a:ext cx="4133386" cy="3157840"/>
            </a:xfrm>
            <a:prstGeom prst="rect">
              <a:avLst/>
            </a:prstGeom>
          </p:spPr>
        </p:pic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EFA280E1-18BD-35C9-4887-53CC0C2D3CE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538438" y="2074127"/>
              <a:ext cx="0" cy="1338146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938FAAE6-43FD-1354-44AE-CDECBA6F5060}"/>
                </a:ext>
              </a:extLst>
            </p:cNvPr>
            <p:cNvCxnSpPr>
              <a:cxnSpLocks/>
            </p:cNvCxnSpPr>
            <p:nvPr/>
          </p:nvCxnSpPr>
          <p:spPr>
            <a:xfrm>
              <a:off x="5538438" y="2074127"/>
              <a:ext cx="1442225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80DFFFB-453B-928B-B54C-89C17EB4E8B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29960" y="3336297"/>
              <a:ext cx="0" cy="134558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3CD081D2-0E1B-C702-F9F1-A0C3440161DE}"/>
                </a:ext>
              </a:extLst>
            </p:cNvPr>
            <p:cNvCxnSpPr>
              <a:cxnSpLocks/>
            </p:cNvCxnSpPr>
            <p:nvPr/>
          </p:nvCxnSpPr>
          <p:spPr>
            <a:xfrm>
              <a:off x="6921189" y="4681877"/>
              <a:ext cx="1408771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536341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CC0825AC-CDBF-C81D-F554-94A392747F7C}"/>
              </a:ext>
            </a:extLst>
          </p:cNvPr>
          <p:cNvGrpSpPr/>
          <p:nvPr/>
        </p:nvGrpSpPr>
        <p:grpSpPr>
          <a:xfrm>
            <a:off x="152011" y="2571750"/>
            <a:ext cx="2209820" cy="530513"/>
            <a:chOff x="3650162" y="313974"/>
            <a:chExt cx="2267415" cy="626683"/>
          </a:xfrm>
          <a:solidFill>
            <a:schemeClr val="accent5"/>
          </a:solidFill>
        </p:grpSpPr>
        <p:sp>
          <p:nvSpPr>
            <p:cNvPr id="3" name="Google Shape;2770;p45">
              <a:extLst>
                <a:ext uri="{FF2B5EF4-FFF2-40B4-BE49-F238E27FC236}">
                  <a16:creationId xmlns:a16="http://schemas.microsoft.com/office/drawing/2014/main" id="{A17D9625-F1EC-23C3-1999-7FA278DA6779}"/>
                </a:ext>
              </a:extLst>
            </p:cNvPr>
            <p:cNvSpPr/>
            <p:nvPr/>
          </p:nvSpPr>
          <p:spPr>
            <a:xfrm flipH="1">
              <a:off x="3650162" y="313974"/>
              <a:ext cx="2267415" cy="626683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98ACC651-B170-AF95-C371-F8DB2B3AF84F}"/>
                </a:ext>
              </a:extLst>
            </p:cNvPr>
            <p:cNvSpPr txBox="1"/>
            <p:nvPr/>
          </p:nvSpPr>
          <p:spPr>
            <a:xfrm>
              <a:off x="3847531" y="383496"/>
              <a:ext cx="1776767" cy="47341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Model</a:t>
              </a:r>
              <a:endPara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32BE6DB7-40BA-C692-889B-BF84BF74524B}"/>
              </a:ext>
            </a:extLst>
          </p:cNvPr>
          <p:cNvGrpSpPr/>
          <p:nvPr/>
        </p:nvGrpSpPr>
        <p:grpSpPr>
          <a:xfrm>
            <a:off x="173715" y="1579192"/>
            <a:ext cx="3914429" cy="544477"/>
            <a:chOff x="3878596" y="461358"/>
            <a:chExt cx="3914429" cy="544477"/>
          </a:xfrm>
        </p:grpSpPr>
        <p:sp>
          <p:nvSpPr>
            <p:cNvPr id="10" name="Google Shape;437;g1eea5186251_2_40">
              <a:extLst>
                <a:ext uri="{FF2B5EF4-FFF2-40B4-BE49-F238E27FC236}">
                  <a16:creationId xmlns:a16="http://schemas.microsoft.com/office/drawing/2014/main" id="{2921B7CF-27C6-34B4-8274-A101470792EE}"/>
                </a:ext>
              </a:extLst>
            </p:cNvPr>
            <p:cNvSpPr txBox="1"/>
            <p:nvPr/>
          </p:nvSpPr>
          <p:spPr>
            <a:xfrm>
              <a:off x="6080814" y="461358"/>
              <a:ext cx="1712211" cy="519308"/>
            </a:xfrm>
            <a:prstGeom prst="flowChartTerminator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200" b="0" i="0" dirty="0">
                  <a:solidFill>
                    <a:schemeClr val="tx1"/>
                  </a:solidFill>
                  <a:effectLst/>
                  <a:latin typeface="Consolas" panose="020B0609020204030204" pitchFamily="49" charset="0"/>
                  <a:ea typeface="Roboto" panose="02000000000000000000" pitchFamily="2" charset="0"/>
                  <a:cs typeface="Times New Roman" panose="02020603050405020304" pitchFamily="18" charset="0"/>
                </a:rPr>
                <a:t>Scikit-learn</a:t>
              </a:r>
              <a:endParaRPr sz="1200" dirty="0">
                <a:solidFill>
                  <a:schemeClr val="tx1"/>
                </a:solidFill>
                <a:latin typeface="Consolas" panose="020B0609020204030204" pitchFamily="49" charset="0"/>
                <a:ea typeface="Roboto" panose="02000000000000000000" pitchFamily="2" charset="0"/>
                <a:cs typeface="Times New Roman" panose="02020603050405020304" pitchFamily="18" charset="0"/>
                <a:sym typeface="Roboto"/>
              </a:endParaRP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E6C8F97-2308-693E-089E-44B813D14030}"/>
                </a:ext>
              </a:extLst>
            </p:cNvPr>
            <p:cNvGrpSpPr/>
            <p:nvPr/>
          </p:nvGrpSpPr>
          <p:grpSpPr>
            <a:xfrm>
              <a:off x="3878596" y="475322"/>
              <a:ext cx="2209820" cy="530513"/>
              <a:chOff x="3650162" y="313974"/>
              <a:chExt cx="2267415" cy="626683"/>
            </a:xfrm>
            <a:solidFill>
              <a:schemeClr val="accent5">
                <a:lumMod val="50000"/>
              </a:schemeClr>
            </a:solidFill>
          </p:grpSpPr>
          <p:sp>
            <p:nvSpPr>
              <p:cNvPr id="12" name="Google Shape;2770;p45">
                <a:extLst>
                  <a:ext uri="{FF2B5EF4-FFF2-40B4-BE49-F238E27FC236}">
                    <a16:creationId xmlns:a16="http://schemas.microsoft.com/office/drawing/2014/main" id="{E10DF552-A6BB-E6BB-6235-3F8766FA2820}"/>
                  </a:ext>
                </a:extLst>
              </p:cNvPr>
              <p:cNvSpPr/>
              <p:nvPr/>
            </p:nvSpPr>
            <p:spPr>
              <a:xfrm flipH="1">
                <a:off x="3650162" y="313974"/>
                <a:ext cx="2267415" cy="626683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B70F0A5-EAF9-462C-457D-28B3BB224770}"/>
                  </a:ext>
                </a:extLst>
              </p:cNvPr>
              <p:cNvSpPr txBox="1"/>
              <p:nvPr/>
            </p:nvSpPr>
            <p:spPr>
              <a:xfrm>
                <a:off x="3847531" y="383496"/>
                <a:ext cx="1776767" cy="436284"/>
              </a:xfrm>
              <a:prstGeom prst="rect">
                <a:avLst/>
              </a:prstGeom>
              <a:grp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800" dirty="0">
                    <a:solidFill>
                      <a:schemeClr val="bg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Library used</a:t>
                </a:r>
                <a:endParaRPr lang="en-IN" sz="18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3F7CBA5A-B884-15F3-84BA-355837C605DF}"/>
              </a:ext>
            </a:extLst>
          </p:cNvPr>
          <p:cNvSpPr/>
          <p:nvPr/>
        </p:nvSpPr>
        <p:spPr>
          <a:xfrm>
            <a:off x="0" y="-60577"/>
            <a:ext cx="4633513" cy="89209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B25677C-FFEE-47E6-5EB1-3A54CDA96B09}"/>
              </a:ext>
            </a:extLst>
          </p:cNvPr>
          <p:cNvSpPr txBox="1"/>
          <p:nvPr/>
        </p:nvSpPr>
        <p:spPr>
          <a:xfrm>
            <a:off x="253780" y="115160"/>
            <a:ext cx="41259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</a:t>
            </a:r>
            <a:endParaRPr lang="en-IN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8A34D6-0AF4-43FA-6721-DC8A346FC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779" y="3311778"/>
            <a:ext cx="4379733" cy="170094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D265A1E-7AF9-4D7A-2A45-E11D685056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1740" y="166625"/>
            <a:ext cx="4115157" cy="16917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F2BFFDA-6F34-934C-6A34-44C7662DB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2576" y="2005496"/>
            <a:ext cx="4115157" cy="3007230"/>
          </a:xfrm>
          <a:prstGeom prst="rect">
            <a:avLst/>
          </a:prstGeom>
        </p:spPr>
      </p:pic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18305FF-2755-48FA-E796-740B08967EAC}"/>
              </a:ext>
            </a:extLst>
          </p:cNvPr>
          <p:cNvCxnSpPr>
            <a:cxnSpLocks/>
          </p:cNvCxnSpPr>
          <p:nvPr/>
        </p:nvCxnSpPr>
        <p:spPr>
          <a:xfrm flipH="1">
            <a:off x="5560741" y="2078268"/>
            <a:ext cx="130449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4400E06-D83C-F4C8-6FBB-6CCB593B826D}"/>
              </a:ext>
            </a:extLst>
          </p:cNvPr>
          <p:cNvCxnSpPr>
            <a:cxnSpLocks/>
          </p:cNvCxnSpPr>
          <p:nvPr/>
        </p:nvCxnSpPr>
        <p:spPr>
          <a:xfrm flipH="1">
            <a:off x="6865239" y="4483214"/>
            <a:ext cx="1304498" cy="0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588205F-23D6-8307-4AAC-7E176FFBE8C1}"/>
              </a:ext>
            </a:extLst>
          </p:cNvPr>
          <p:cNvCxnSpPr>
            <a:cxnSpLocks/>
          </p:cNvCxnSpPr>
          <p:nvPr/>
        </p:nvCxnSpPr>
        <p:spPr>
          <a:xfrm flipV="1">
            <a:off x="5560741" y="2078268"/>
            <a:ext cx="0" cy="1204584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D6AD08AC-548B-E4FD-90F8-53D2E29FE7BE}"/>
              </a:ext>
            </a:extLst>
          </p:cNvPr>
          <p:cNvCxnSpPr>
            <a:cxnSpLocks/>
          </p:cNvCxnSpPr>
          <p:nvPr/>
        </p:nvCxnSpPr>
        <p:spPr>
          <a:xfrm flipV="1">
            <a:off x="8169737" y="3282852"/>
            <a:ext cx="0" cy="1200362"/>
          </a:xfrm>
          <a:prstGeom prst="line">
            <a:avLst/>
          </a:prstGeom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71885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62;g1eea5186251_3_4">
            <a:extLst>
              <a:ext uri="{FF2B5EF4-FFF2-40B4-BE49-F238E27FC236}">
                <a16:creationId xmlns:a16="http://schemas.microsoft.com/office/drawing/2014/main" id="{48157539-7CEF-44E7-2AE9-A4C90F2CB89F}"/>
              </a:ext>
            </a:extLst>
          </p:cNvPr>
          <p:cNvSpPr txBox="1">
            <a:spLocks/>
          </p:cNvSpPr>
          <p:nvPr/>
        </p:nvSpPr>
        <p:spPr>
          <a:xfrm>
            <a:off x="457200" y="410400"/>
            <a:ext cx="8229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Fira Sans Extra Condensed"/>
              <a:buNone/>
              <a:defRPr sz="4800" b="1" i="0" u="none" strike="noStrike" cap="non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SzPts val="2400"/>
            </a:pPr>
            <a:r>
              <a:rPr lang="en-US" sz="2400" dirty="0">
                <a:latin typeface="Times New Roman"/>
                <a:cs typeface="Times New Roman"/>
                <a:sym typeface="Times New Roman"/>
              </a:rPr>
              <a:t>CONCLUSION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CA1C9DBF-F96F-070E-40BE-BA7BE2B1E0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1055301"/>
              </p:ext>
            </p:extLst>
          </p:nvPr>
        </p:nvGraphicFramePr>
        <p:xfrm>
          <a:off x="2594517" y="1317113"/>
          <a:ext cx="3954965" cy="216206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431497">
                  <a:extLst>
                    <a:ext uri="{9D8B030D-6E8A-4147-A177-3AD203B41FA5}">
                      <a16:colId xmlns:a16="http://schemas.microsoft.com/office/drawing/2014/main" val="1433320453"/>
                    </a:ext>
                  </a:extLst>
                </a:gridCol>
                <a:gridCol w="1523468">
                  <a:extLst>
                    <a:ext uri="{9D8B030D-6E8A-4147-A177-3AD203B41FA5}">
                      <a16:colId xmlns:a16="http://schemas.microsoft.com/office/drawing/2014/main" val="2553348988"/>
                    </a:ext>
                  </a:extLst>
                </a:gridCol>
              </a:tblGrid>
              <a:tr h="5405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Accuracy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1218661"/>
                  </a:ext>
                </a:extLst>
              </a:tr>
              <a:tr h="5405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Logistic Regression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0.9875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8584763"/>
                  </a:ext>
                </a:extLst>
              </a:tr>
              <a:tr h="5405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Random Forest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0.9285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583183"/>
                  </a:ext>
                </a:extLst>
              </a:tr>
              <a:tr h="54051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Decision Tree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0.9958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765377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54797959-D901-CC80-4B3F-44505454FA39}"/>
              </a:ext>
            </a:extLst>
          </p:cNvPr>
          <p:cNvSpPr txBox="1"/>
          <p:nvPr/>
        </p:nvSpPr>
        <p:spPr>
          <a:xfrm>
            <a:off x="1419923" y="3834973"/>
            <a:ext cx="66015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the model performance, We can conclude that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model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the best result for our dataset.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34998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939E3-1422-0B9A-1E78-F173B3D9DE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22" y="2088995"/>
            <a:ext cx="8538117" cy="810322"/>
          </a:xfrm>
        </p:spPr>
        <p:txBody>
          <a:bodyPr/>
          <a:lstStyle/>
          <a:p>
            <a:r>
              <a:rPr lang="en-US" sz="4800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</a:t>
            </a:r>
            <a:endParaRPr lang="en-IN" sz="48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63D6E33-8895-8B23-6FC8-9A1B75798477}"/>
              </a:ext>
            </a:extLst>
          </p:cNvPr>
          <p:cNvCxnSpPr>
            <a:cxnSpLocks/>
          </p:cNvCxnSpPr>
          <p:nvPr/>
        </p:nvCxnSpPr>
        <p:spPr>
          <a:xfrm>
            <a:off x="2772937" y="2973659"/>
            <a:ext cx="311490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4090998"/>
      </p:ext>
    </p:extLst>
  </p:cSld>
  <p:clrMapOvr>
    <a:masterClrMapping/>
  </p:clrMapOvr>
</p:sld>
</file>

<file path=ppt/theme/theme1.xml><?xml version="1.0" encoding="utf-8"?>
<a:theme xmlns:a="http://schemas.openxmlformats.org/drawingml/2006/main" name="Fake News Infographics by Slidesgo">
  <a:themeElements>
    <a:clrScheme name="Simple Light">
      <a:dk1>
        <a:srgbClr val="000000"/>
      </a:dk1>
      <a:lt1>
        <a:srgbClr val="FFFFFF"/>
      </a:lt1>
      <a:dk2>
        <a:srgbClr val="818181"/>
      </a:dk2>
      <a:lt2>
        <a:srgbClr val="E6E6E6"/>
      </a:lt2>
      <a:accent1>
        <a:srgbClr val="FF7774"/>
      </a:accent1>
      <a:accent2>
        <a:srgbClr val="FF322E"/>
      </a:accent2>
      <a:accent3>
        <a:srgbClr val="9B0C21"/>
      </a:accent3>
      <a:accent4>
        <a:srgbClr val="77DDD0"/>
      </a:accent4>
      <a:accent5>
        <a:srgbClr val="14BBAE"/>
      </a:accent5>
      <a:accent6>
        <a:srgbClr val="1C918B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119</Words>
  <Application>Microsoft Office PowerPoint</Application>
  <PresentationFormat>On-screen Show (16:9)</PresentationFormat>
  <Paragraphs>47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Times New Roman</vt:lpstr>
      <vt:lpstr>Roboto</vt:lpstr>
      <vt:lpstr>Consolas</vt:lpstr>
      <vt:lpstr>Cambria Math</vt:lpstr>
      <vt:lpstr>Fira Sans Extra Condensed</vt:lpstr>
      <vt:lpstr>Arial</vt:lpstr>
      <vt:lpstr>Fake News Infographics by Slidesgo</vt:lpstr>
      <vt:lpstr>FAKE NEWS DETECTION</vt:lpstr>
      <vt:lpstr>DATA DESCRIPTION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 NEWS DETECTION</dc:title>
  <dc:creator>Nandana Rajan</dc:creator>
  <cp:lastModifiedBy>Nandana Rajan</cp:lastModifiedBy>
  <cp:revision>14</cp:revision>
  <dcterms:modified xsi:type="dcterms:W3CDTF">2023-04-20T03:52:49Z</dcterms:modified>
</cp:coreProperties>
</file>